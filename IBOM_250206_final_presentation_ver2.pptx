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6"/>
  </p:notesMasterIdLst>
  <p:sldIdLst>
    <p:sldId id="284" r:id="rId5"/>
    <p:sldId id="842" r:id="rId6"/>
    <p:sldId id="793" r:id="rId7"/>
    <p:sldId id="899" r:id="rId8"/>
    <p:sldId id="900" r:id="rId9"/>
    <p:sldId id="901" r:id="rId10"/>
    <p:sldId id="902" r:id="rId11"/>
    <p:sldId id="903" r:id="rId12"/>
    <p:sldId id="860" r:id="rId13"/>
    <p:sldId id="905" r:id="rId14"/>
    <p:sldId id="904" r:id="rId15"/>
    <p:sldId id="908" r:id="rId16"/>
    <p:sldId id="910" r:id="rId17"/>
    <p:sldId id="934" r:id="rId18"/>
    <p:sldId id="935" r:id="rId19"/>
    <p:sldId id="911" r:id="rId20"/>
    <p:sldId id="946" r:id="rId21"/>
    <p:sldId id="912" r:id="rId22"/>
    <p:sldId id="936" r:id="rId23"/>
    <p:sldId id="913" r:id="rId24"/>
    <p:sldId id="938" r:id="rId25"/>
    <p:sldId id="937" r:id="rId26"/>
    <p:sldId id="914" r:id="rId27"/>
    <p:sldId id="939" r:id="rId28"/>
    <p:sldId id="916" r:id="rId29"/>
    <p:sldId id="915" r:id="rId30"/>
    <p:sldId id="917" r:id="rId31"/>
    <p:sldId id="940" r:id="rId32"/>
    <p:sldId id="941" r:id="rId33"/>
    <p:sldId id="918" r:id="rId34"/>
    <p:sldId id="947" r:id="rId35"/>
    <p:sldId id="948" r:id="rId36"/>
    <p:sldId id="950" r:id="rId37"/>
    <p:sldId id="951" r:id="rId38"/>
    <p:sldId id="952" r:id="rId39"/>
    <p:sldId id="953" r:id="rId40"/>
    <p:sldId id="954" r:id="rId41"/>
    <p:sldId id="921" r:id="rId42"/>
    <p:sldId id="922" r:id="rId43"/>
    <p:sldId id="923" r:id="rId44"/>
    <p:sldId id="924" r:id="rId45"/>
    <p:sldId id="925" r:id="rId46"/>
    <p:sldId id="926" r:id="rId47"/>
    <p:sldId id="927" r:id="rId48"/>
    <p:sldId id="928" r:id="rId49"/>
    <p:sldId id="929" r:id="rId50"/>
    <p:sldId id="930" r:id="rId51"/>
    <p:sldId id="931" r:id="rId52"/>
    <p:sldId id="942" r:id="rId53"/>
    <p:sldId id="943" r:id="rId54"/>
    <p:sldId id="944" r:id="rId55"/>
    <p:sldId id="945" r:id="rId56"/>
    <p:sldId id="932" r:id="rId57"/>
    <p:sldId id="933" r:id="rId58"/>
    <p:sldId id="957" r:id="rId59"/>
    <p:sldId id="981" r:id="rId60"/>
    <p:sldId id="982" r:id="rId61"/>
    <p:sldId id="958" r:id="rId62"/>
    <p:sldId id="959" r:id="rId63"/>
    <p:sldId id="960" r:id="rId64"/>
    <p:sldId id="961" r:id="rId65"/>
    <p:sldId id="962" r:id="rId66"/>
    <p:sldId id="963" r:id="rId67"/>
    <p:sldId id="964" r:id="rId68"/>
    <p:sldId id="965" r:id="rId69"/>
    <p:sldId id="966" r:id="rId70"/>
    <p:sldId id="967" r:id="rId71"/>
    <p:sldId id="968" r:id="rId72"/>
    <p:sldId id="969" r:id="rId73"/>
    <p:sldId id="970" r:id="rId74"/>
    <p:sldId id="971" r:id="rId75"/>
    <p:sldId id="972" r:id="rId76"/>
    <p:sldId id="973" r:id="rId77"/>
    <p:sldId id="974" r:id="rId78"/>
    <p:sldId id="975" r:id="rId79"/>
    <p:sldId id="976" r:id="rId80"/>
    <p:sldId id="977" r:id="rId81"/>
    <p:sldId id="978" r:id="rId82"/>
    <p:sldId id="979" r:id="rId83"/>
    <p:sldId id="980" r:id="rId84"/>
    <p:sldId id="779" r:id="rId8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4E0AAB-77E7-4DEE-9EDA-C691B9D9CF62}">
          <p14:sldIdLst>
            <p14:sldId id="284"/>
            <p14:sldId id="842"/>
          </p14:sldIdLst>
        </p14:section>
        <p14:section name="1st week" id="{E32760B0-76E1-4741-B73A-C8580C09DD7B}">
          <p14:sldIdLst>
            <p14:sldId id="793"/>
            <p14:sldId id="899"/>
            <p14:sldId id="900"/>
            <p14:sldId id="901"/>
            <p14:sldId id="902"/>
            <p14:sldId id="903"/>
          </p14:sldIdLst>
        </p14:section>
        <p14:section name="2nd &amp; 3rd week" id="{F134848B-5C7B-4D72-8CA0-CD1D54C82434}">
          <p14:sldIdLst>
            <p14:sldId id="860"/>
            <p14:sldId id="905"/>
            <p14:sldId id="904"/>
            <p14:sldId id="908"/>
            <p14:sldId id="910"/>
            <p14:sldId id="934"/>
            <p14:sldId id="935"/>
            <p14:sldId id="911"/>
            <p14:sldId id="946"/>
            <p14:sldId id="912"/>
            <p14:sldId id="936"/>
            <p14:sldId id="913"/>
            <p14:sldId id="938"/>
            <p14:sldId id="937"/>
            <p14:sldId id="914"/>
            <p14:sldId id="939"/>
            <p14:sldId id="916"/>
            <p14:sldId id="915"/>
            <p14:sldId id="917"/>
            <p14:sldId id="940"/>
            <p14:sldId id="941"/>
            <p14:sldId id="918"/>
          </p14:sldIdLst>
        </p14:section>
        <p14:section name="4th week" id="{BCE5C240-318A-4422-99CA-80200A2FB8A6}">
          <p14:sldIdLst>
            <p14:sldId id="947"/>
            <p14:sldId id="948"/>
            <p14:sldId id="950"/>
            <p14:sldId id="951"/>
            <p14:sldId id="952"/>
            <p14:sldId id="953"/>
            <p14:sldId id="954"/>
            <p14:sldId id="921"/>
            <p14:sldId id="922"/>
            <p14:sldId id="923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42"/>
            <p14:sldId id="943"/>
            <p14:sldId id="944"/>
            <p14:sldId id="945"/>
            <p14:sldId id="932"/>
            <p14:sldId id="933"/>
          </p14:sldIdLst>
        </p14:section>
        <p14:section name="Raw ECG visualization" id="{272343DE-B91D-4767-98BB-CC3031102D3D}">
          <p14:sldIdLst>
            <p14:sldId id="957"/>
            <p14:sldId id="981"/>
            <p14:sldId id="982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</p14:sldIdLst>
        </p14:section>
        <p14:section name="Conclusion" id="{C226AA30-1EA3-44CD-976E-118DF2049F48}">
          <p14:sldIdLst>
            <p14:sldId id="7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 GiChan" initials="CG" lastIdx="3" clrIdx="0">
    <p:extLst>
      <p:ext uri="{19B8F6BF-5375-455C-9EA6-DF929625EA0E}">
        <p15:presenceInfo xmlns:p15="http://schemas.microsoft.com/office/powerpoint/2012/main" userId="59eb42f858fd09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2"/>
    <a:srgbClr val="FFFFFF"/>
    <a:srgbClr val="FFECB5"/>
    <a:srgbClr val="D8D8D8"/>
    <a:srgbClr val="FF0000"/>
    <a:srgbClr val="B4D3F0"/>
    <a:srgbClr val="C8E2B6"/>
    <a:srgbClr val="3070BE"/>
    <a:srgbClr val="CFDDED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A764D-8A6F-45D2-938E-07E5614E9E46}" v="958" dt="2025-01-07T06:48:25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 autoAdjust="0"/>
    <p:restoredTop sz="96279" autoAdjust="0"/>
  </p:normalViewPr>
  <p:slideViewPr>
    <p:cSldViewPr>
      <p:cViewPr varScale="1">
        <p:scale>
          <a:sx n="78" d="100"/>
          <a:sy n="78" d="100"/>
        </p:scale>
        <p:origin x="1666" y="43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commentAuthors" Target="comment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종열" userId="5f9a479e-ec78-4342-9635-708b150fb5c1" providerId="ADAL" clId="{6DCA764D-8A6F-45D2-938E-07E5614E9E46}"/>
    <pc:docChg chg="undo redo custSel addSld delSld modSld sldOrd modMainMaster addSection delSection modSection">
      <pc:chgData name="나종열" userId="5f9a479e-ec78-4342-9635-708b150fb5c1" providerId="ADAL" clId="{6DCA764D-8A6F-45D2-938E-07E5614E9E46}" dt="2025-01-07T06:48:58.503" v="4088" actId="14100"/>
      <pc:docMkLst>
        <pc:docMk/>
      </pc:docMkLst>
      <pc:sldChg chg="modSp mod">
        <pc:chgData name="나종열" userId="5f9a479e-ec78-4342-9635-708b150fb5c1" providerId="ADAL" clId="{6DCA764D-8A6F-45D2-938E-07E5614E9E46}" dt="2025-01-06T16:31:48.821" v="29" actId="1076"/>
        <pc:sldMkLst>
          <pc:docMk/>
          <pc:sldMk cId="1092107962" sldId="284"/>
        </pc:sldMkLst>
        <pc:spChg chg="mod">
          <ac:chgData name="나종열" userId="5f9a479e-ec78-4342-9635-708b150fb5c1" providerId="ADAL" clId="{6DCA764D-8A6F-45D2-938E-07E5614E9E46}" dt="2025-01-06T16:31:48.821" v="29" actId="1076"/>
          <ac:spMkLst>
            <pc:docMk/>
            <pc:sldMk cId="1092107962" sldId="284"/>
            <ac:spMk id="3" creationId="{A95B6DA1-B11F-89E3-6E9A-DDC99F32CC73}"/>
          </ac:spMkLst>
        </pc:spChg>
        <pc:spChg chg="mod">
          <ac:chgData name="나종열" userId="5f9a479e-ec78-4342-9635-708b150fb5c1" providerId="ADAL" clId="{6DCA764D-8A6F-45D2-938E-07E5614E9E46}" dt="2025-01-06T16:31:40.451" v="26" actId="20577"/>
          <ac:spMkLst>
            <pc:docMk/>
            <pc:sldMk cId="1092107962" sldId="284"/>
            <ac:spMk id="4" creationId="{0CA06797-0665-5BBF-F589-18CF595048A1}"/>
          </ac:spMkLst>
        </pc:spChg>
        <pc:spChg chg="mod">
          <ac:chgData name="나종열" userId="5f9a479e-ec78-4342-9635-708b150fb5c1" providerId="ADAL" clId="{6DCA764D-8A6F-45D2-938E-07E5614E9E46}" dt="2025-01-06T16:31:47.664" v="27" actId="2711"/>
          <ac:spMkLst>
            <pc:docMk/>
            <pc:sldMk cId="1092107962" sldId="284"/>
            <ac:spMk id="13" creationId="{6B2D8090-F3F0-2860-E54F-10875B1C49CB}"/>
          </ac:spMkLst>
        </pc:spChg>
      </pc:sldChg>
      <pc:sldChg chg="modSp del mod">
        <pc:chgData name="나종열" userId="5f9a479e-ec78-4342-9635-708b150fb5c1" providerId="ADAL" clId="{6DCA764D-8A6F-45D2-938E-07E5614E9E46}" dt="2025-01-07T04:26:17.750" v="706" actId="47"/>
        <pc:sldMkLst>
          <pc:docMk/>
          <pc:sldMk cId="508098740" sldId="481"/>
        </pc:sldMkLst>
        <pc:spChg chg="mod">
          <ac:chgData name="나종열" userId="5f9a479e-ec78-4342-9635-708b150fb5c1" providerId="ADAL" clId="{6DCA764D-8A6F-45D2-938E-07E5614E9E46}" dt="2025-01-07T04:26:12.957" v="705" actId="20577"/>
          <ac:spMkLst>
            <pc:docMk/>
            <pc:sldMk cId="508098740" sldId="481"/>
            <ac:spMk id="6" creationId="{144E2D9E-609C-47FF-9AA5-982798EAEA71}"/>
          </ac:spMkLst>
        </pc:spChg>
      </pc:sldChg>
      <pc:sldChg chg="add del ord">
        <pc:chgData name="나종열" userId="5f9a479e-ec78-4342-9635-708b150fb5c1" providerId="ADAL" clId="{6DCA764D-8A6F-45D2-938E-07E5614E9E46}" dt="2025-01-07T04:25:45.070" v="699"/>
        <pc:sldMkLst>
          <pc:docMk/>
          <pc:sldMk cId="1963793995" sldId="779"/>
        </pc:sldMkLst>
      </pc:sldChg>
      <pc:sldChg chg="addSp modSp mod ord">
        <pc:chgData name="나종열" userId="5f9a479e-ec78-4342-9635-708b150fb5c1" providerId="ADAL" clId="{6DCA764D-8A6F-45D2-938E-07E5614E9E46}" dt="2025-01-07T04:26:09.703" v="704"/>
        <pc:sldMkLst>
          <pc:docMk/>
          <pc:sldMk cId="3492390529" sldId="793"/>
        </pc:sldMkLst>
        <pc:spChg chg="mod">
          <ac:chgData name="나종열" userId="5f9a479e-ec78-4342-9635-708b150fb5c1" providerId="ADAL" clId="{6DCA764D-8A6F-45D2-938E-07E5614E9E46}" dt="2025-01-07T03:53:40.073" v="331" actId="20577"/>
          <ac:spMkLst>
            <pc:docMk/>
            <pc:sldMk cId="3492390529" sldId="793"/>
            <ac:spMk id="3" creationId="{806444F9-AA28-4175-B16D-85DC08627486}"/>
          </ac:spMkLst>
        </pc:spChg>
        <pc:spChg chg="add mod">
          <ac:chgData name="나종열" userId="5f9a479e-ec78-4342-9635-708b150fb5c1" providerId="ADAL" clId="{6DCA764D-8A6F-45D2-938E-07E5614E9E46}" dt="2025-01-07T04:07:16.072" v="526" actId="1076"/>
          <ac:spMkLst>
            <pc:docMk/>
            <pc:sldMk cId="3492390529" sldId="793"/>
            <ac:spMk id="7" creationId="{3703357F-F269-10DF-6B01-C02A504BD0F5}"/>
          </ac:spMkLst>
        </pc:spChg>
        <pc:spChg chg="mod">
          <ac:chgData name="나종열" userId="5f9a479e-ec78-4342-9635-708b150fb5c1" providerId="ADAL" clId="{6DCA764D-8A6F-45D2-938E-07E5614E9E46}" dt="2025-01-07T04:07:53.051" v="550" actId="20577"/>
          <ac:spMkLst>
            <pc:docMk/>
            <pc:sldMk cId="3492390529" sldId="793"/>
            <ac:spMk id="10" creationId="{763535B4-0479-2F16-15F3-00F771FEA68A}"/>
          </ac:spMkLst>
        </pc:spChg>
        <pc:picChg chg="mod">
          <ac:chgData name="나종열" userId="5f9a479e-ec78-4342-9635-708b150fb5c1" providerId="ADAL" clId="{6DCA764D-8A6F-45D2-938E-07E5614E9E46}" dt="2025-01-07T04:07:12.089" v="525" actId="1076"/>
          <ac:picMkLst>
            <pc:docMk/>
            <pc:sldMk cId="3492390529" sldId="793"/>
            <ac:picMk id="6" creationId="{740C6F6A-EBD6-2EFC-6FC5-0FBE84B44523}"/>
          </ac:picMkLst>
        </pc:picChg>
      </pc:sldChg>
      <pc:sldChg chg="del">
        <pc:chgData name="나종열" userId="5f9a479e-ec78-4342-9635-708b150fb5c1" providerId="ADAL" clId="{6DCA764D-8A6F-45D2-938E-07E5614E9E46}" dt="2025-01-06T16:31:55.115" v="30" actId="47"/>
        <pc:sldMkLst>
          <pc:docMk/>
          <pc:sldMk cId="1109995521" sldId="802"/>
        </pc:sldMkLst>
      </pc:sldChg>
      <pc:sldChg chg="del">
        <pc:chgData name="나종열" userId="5f9a479e-ec78-4342-9635-708b150fb5c1" providerId="ADAL" clId="{6DCA764D-8A6F-45D2-938E-07E5614E9E46}" dt="2025-01-06T16:31:09.513" v="9" actId="47"/>
        <pc:sldMkLst>
          <pc:docMk/>
          <pc:sldMk cId="3582132411" sldId="803"/>
        </pc:sldMkLst>
      </pc:sldChg>
      <pc:sldChg chg="add del ord">
        <pc:chgData name="나종열" userId="5f9a479e-ec78-4342-9635-708b150fb5c1" providerId="ADAL" clId="{6DCA764D-8A6F-45D2-938E-07E5614E9E46}" dt="2025-01-07T05:59:20.203" v="2674" actId="47"/>
        <pc:sldMkLst>
          <pc:docMk/>
          <pc:sldMk cId="2569590959" sldId="804"/>
        </pc:sldMkLst>
      </pc:sldChg>
      <pc:sldChg chg="del">
        <pc:chgData name="나종열" userId="5f9a479e-ec78-4342-9635-708b150fb5c1" providerId="ADAL" clId="{6DCA764D-8A6F-45D2-938E-07E5614E9E46}" dt="2025-01-06T16:30:21.561" v="0" actId="47"/>
        <pc:sldMkLst>
          <pc:docMk/>
          <pc:sldMk cId="3827164427" sldId="805"/>
        </pc:sldMkLst>
      </pc:sldChg>
      <pc:sldChg chg="del">
        <pc:chgData name="나종열" userId="5f9a479e-ec78-4342-9635-708b150fb5c1" providerId="ADAL" clId="{6DCA764D-8A6F-45D2-938E-07E5614E9E46}" dt="2025-01-07T04:25:38.691" v="694" actId="47"/>
        <pc:sldMkLst>
          <pc:docMk/>
          <pc:sldMk cId="1544088414" sldId="809"/>
        </pc:sldMkLst>
      </pc:sldChg>
      <pc:sldChg chg="del">
        <pc:chgData name="나종열" userId="5f9a479e-ec78-4342-9635-708b150fb5c1" providerId="ADAL" clId="{6DCA764D-8A6F-45D2-938E-07E5614E9E46}" dt="2025-01-07T04:25:33.475" v="692" actId="47"/>
        <pc:sldMkLst>
          <pc:docMk/>
          <pc:sldMk cId="3764763566" sldId="814"/>
        </pc:sldMkLst>
      </pc:sldChg>
      <pc:sldChg chg="del">
        <pc:chgData name="나종열" userId="5f9a479e-ec78-4342-9635-708b150fb5c1" providerId="ADAL" clId="{6DCA764D-8A6F-45D2-938E-07E5614E9E46}" dt="2025-01-06T16:31:10.460" v="10" actId="47"/>
        <pc:sldMkLst>
          <pc:docMk/>
          <pc:sldMk cId="2425572448" sldId="815"/>
        </pc:sldMkLst>
      </pc:sldChg>
      <pc:sldChg chg="del">
        <pc:chgData name="나종열" userId="5f9a479e-ec78-4342-9635-708b150fb5c1" providerId="ADAL" clId="{6DCA764D-8A6F-45D2-938E-07E5614E9E46}" dt="2025-01-06T16:41:13.779" v="325" actId="47"/>
        <pc:sldMkLst>
          <pc:docMk/>
          <pc:sldMk cId="2999543409" sldId="816"/>
        </pc:sldMkLst>
      </pc:sldChg>
      <pc:sldChg chg="del">
        <pc:chgData name="나종열" userId="5f9a479e-ec78-4342-9635-708b150fb5c1" providerId="ADAL" clId="{6DCA764D-8A6F-45D2-938E-07E5614E9E46}" dt="2025-01-06T16:30:32.718" v="3" actId="47"/>
        <pc:sldMkLst>
          <pc:docMk/>
          <pc:sldMk cId="1137890861" sldId="818"/>
        </pc:sldMkLst>
      </pc:sldChg>
      <pc:sldChg chg="del">
        <pc:chgData name="나종열" userId="5f9a479e-ec78-4342-9635-708b150fb5c1" providerId="ADAL" clId="{6DCA764D-8A6F-45D2-938E-07E5614E9E46}" dt="2025-01-06T16:41:12.731" v="324" actId="47"/>
        <pc:sldMkLst>
          <pc:docMk/>
          <pc:sldMk cId="2068341722" sldId="819"/>
        </pc:sldMkLst>
      </pc:sldChg>
      <pc:sldChg chg="del">
        <pc:chgData name="나종열" userId="5f9a479e-ec78-4342-9635-708b150fb5c1" providerId="ADAL" clId="{6DCA764D-8A6F-45D2-938E-07E5614E9E46}" dt="2025-01-06T16:30:33.610" v="4" actId="47"/>
        <pc:sldMkLst>
          <pc:docMk/>
          <pc:sldMk cId="1323751586" sldId="820"/>
        </pc:sldMkLst>
      </pc:sldChg>
      <pc:sldChg chg="del">
        <pc:chgData name="나종열" userId="5f9a479e-ec78-4342-9635-708b150fb5c1" providerId="ADAL" clId="{6DCA764D-8A6F-45D2-938E-07E5614E9E46}" dt="2025-01-07T04:25:39.365" v="695" actId="47"/>
        <pc:sldMkLst>
          <pc:docMk/>
          <pc:sldMk cId="2477351101" sldId="821"/>
        </pc:sldMkLst>
      </pc:sldChg>
      <pc:sldChg chg="addSp delSp modSp add del mod ord modAnim">
        <pc:chgData name="나종열" userId="5f9a479e-ec78-4342-9635-708b150fb5c1" providerId="ADAL" clId="{6DCA764D-8A6F-45D2-938E-07E5614E9E46}" dt="2025-01-07T06:01:12.988" v="2726" actId="1076"/>
        <pc:sldMkLst>
          <pc:docMk/>
          <pc:sldMk cId="444582879" sldId="822"/>
        </pc:sldMkLst>
        <pc:spChg chg="mod">
          <ac:chgData name="나종열" userId="5f9a479e-ec78-4342-9635-708b150fb5c1" providerId="ADAL" clId="{6DCA764D-8A6F-45D2-938E-07E5614E9E46}" dt="2025-01-07T04:28:29.757" v="748" actId="1076"/>
          <ac:spMkLst>
            <pc:docMk/>
            <pc:sldMk cId="444582879" sldId="822"/>
            <ac:spMk id="2" creationId="{97D90638-1924-0374-7974-2F498C156137}"/>
          </ac:spMkLst>
        </pc:spChg>
        <pc:spChg chg="mod">
          <ac:chgData name="나종열" userId="5f9a479e-ec78-4342-9635-708b150fb5c1" providerId="ADAL" clId="{6DCA764D-8A6F-45D2-938E-07E5614E9E46}" dt="2025-01-07T04:28:11.533" v="728" actId="20577"/>
          <ac:spMkLst>
            <pc:docMk/>
            <pc:sldMk cId="444582879" sldId="822"/>
            <ac:spMk id="4" creationId="{806444F9-AA28-4175-B16D-85DC08627486}"/>
          </ac:spMkLst>
        </pc:spChg>
        <pc:spChg chg="del">
          <ac:chgData name="나종열" userId="5f9a479e-ec78-4342-9635-708b150fb5c1" providerId="ADAL" clId="{6DCA764D-8A6F-45D2-938E-07E5614E9E46}" dt="2025-01-07T04:27:48.733" v="709" actId="478"/>
          <ac:spMkLst>
            <pc:docMk/>
            <pc:sldMk cId="444582879" sldId="822"/>
            <ac:spMk id="7" creationId="{940A0362-86B5-3FD6-D004-E63254C8A9C9}"/>
          </ac:spMkLst>
        </pc:spChg>
        <pc:spChg chg="add mod">
          <ac:chgData name="나종열" userId="5f9a479e-ec78-4342-9635-708b150fb5c1" providerId="ADAL" clId="{6DCA764D-8A6F-45D2-938E-07E5614E9E46}" dt="2025-01-07T04:29:50.391" v="777" actId="164"/>
          <ac:spMkLst>
            <pc:docMk/>
            <pc:sldMk cId="444582879" sldId="822"/>
            <ac:spMk id="8" creationId="{76169A6E-2F5A-6217-F1AE-8B24468B309F}"/>
          </ac:spMkLst>
        </pc:spChg>
        <pc:spChg chg="add mod topLvl">
          <ac:chgData name="나종열" userId="5f9a479e-ec78-4342-9635-708b150fb5c1" providerId="ADAL" clId="{6DCA764D-8A6F-45D2-938E-07E5614E9E46}" dt="2025-01-07T04:43:58.720" v="1208" actId="1076"/>
          <ac:spMkLst>
            <pc:docMk/>
            <pc:sldMk cId="444582879" sldId="822"/>
            <ac:spMk id="11" creationId="{E3BA19E2-6198-AFF1-FFA5-1A817D17079C}"/>
          </ac:spMkLst>
        </pc:spChg>
        <pc:spChg chg="add mod topLvl">
          <ac:chgData name="나종열" userId="5f9a479e-ec78-4342-9635-708b150fb5c1" providerId="ADAL" clId="{6DCA764D-8A6F-45D2-938E-07E5614E9E46}" dt="2025-01-07T04:43:58.720" v="1208" actId="1076"/>
          <ac:spMkLst>
            <pc:docMk/>
            <pc:sldMk cId="444582879" sldId="822"/>
            <ac:spMk id="14" creationId="{32C7494D-87E1-1E2F-8CA9-9840178098B3}"/>
          </ac:spMkLst>
        </pc:spChg>
        <pc:spChg chg="add mod topLvl">
          <ac:chgData name="나종열" userId="5f9a479e-ec78-4342-9635-708b150fb5c1" providerId="ADAL" clId="{6DCA764D-8A6F-45D2-938E-07E5614E9E46}" dt="2025-01-07T04:43:58.720" v="1208" actId="1076"/>
          <ac:spMkLst>
            <pc:docMk/>
            <pc:sldMk cId="444582879" sldId="822"/>
            <ac:spMk id="21" creationId="{8D1ED300-BF4F-4E9C-DB00-20177188FF6A}"/>
          </ac:spMkLst>
        </pc:spChg>
        <pc:spChg chg="add mod">
          <ac:chgData name="나종열" userId="5f9a479e-ec78-4342-9635-708b150fb5c1" providerId="ADAL" clId="{6DCA764D-8A6F-45D2-938E-07E5614E9E46}" dt="2025-01-07T04:36:00.838" v="948" actId="14100"/>
          <ac:spMkLst>
            <pc:docMk/>
            <pc:sldMk cId="444582879" sldId="822"/>
            <ac:spMk id="28" creationId="{946820D9-DF80-6B00-9F05-2B0DDFA31EC0}"/>
          </ac:spMkLst>
        </pc:spChg>
        <pc:grpChg chg="add mod">
          <ac:chgData name="나종열" userId="5f9a479e-ec78-4342-9635-708b150fb5c1" providerId="ADAL" clId="{6DCA764D-8A6F-45D2-938E-07E5614E9E46}" dt="2025-01-07T06:01:12.988" v="2726" actId="1076"/>
          <ac:grpSpMkLst>
            <pc:docMk/>
            <pc:sldMk cId="444582879" sldId="822"/>
            <ac:grpSpMk id="9" creationId="{BB0C5AE1-F2DF-BBD1-E6D5-DEDB590DC2D5}"/>
          </ac:grpSpMkLst>
        </pc:grpChg>
        <pc:grpChg chg="add del mod topLvl">
          <ac:chgData name="나종열" userId="5f9a479e-ec78-4342-9635-708b150fb5c1" providerId="ADAL" clId="{6DCA764D-8A6F-45D2-938E-07E5614E9E46}" dt="2025-01-07T04:34:59.732" v="900" actId="165"/>
          <ac:grpSpMkLst>
            <pc:docMk/>
            <pc:sldMk cId="444582879" sldId="822"/>
            <ac:grpSpMk id="19" creationId="{894F8AB0-530D-349C-F8D2-4D0C08D11FF7}"/>
          </ac:grpSpMkLst>
        </pc:grpChg>
        <pc:grpChg chg="add del mod">
          <ac:chgData name="나종열" userId="5f9a479e-ec78-4342-9635-708b150fb5c1" providerId="ADAL" clId="{6DCA764D-8A6F-45D2-938E-07E5614E9E46}" dt="2025-01-07T04:34:55.884" v="899" actId="165"/>
          <ac:grpSpMkLst>
            <pc:docMk/>
            <pc:sldMk cId="444582879" sldId="822"/>
            <ac:grpSpMk id="26" creationId="{A88E186F-E094-2023-E115-07138A9CAB1E}"/>
          </ac:grpSpMkLst>
        </pc:grpChg>
        <pc:picChg chg="add mod">
          <ac:chgData name="나종열" userId="5f9a479e-ec78-4342-9635-708b150fb5c1" providerId="ADAL" clId="{6DCA764D-8A6F-45D2-938E-07E5614E9E46}" dt="2025-01-07T04:29:50.391" v="777" actId="164"/>
          <ac:picMkLst>
            <pc:docMk/>
            <pc:sldMk cId="444582879" sldId="822"/>
            <ac:picMk id="3" creationId="{7D729191-247C-DAAC-941B-3A3F57623907}"/>
          </ac:picMkLst>
        </pc:picChg>
        <pc:picChg chg="add mod">
          <ac:chgData name="나종열" userId="5f9a479e-ec78-4342-9635-708b150fb5c1" providerId="ADAL" clId="{6DCA764D-8A6F-45D2-938E-07E5614E9E46}" dt="2025-01-07T04:29:50.391" v="777" actId="164"/>
          <ac:picMkLst>
            <pc:docMk/>
            <pc:sldMk cId="444582879" sldId="822"/>
            <ac:picMk id="5" creationId="{D688933F-3255-EDE2-400A-CBF86D08349C}"/>
          </ac:picMkLst>
        </pc:picChg>
        <pc:picChg chg="del mod">
          <ac:chgData name="나종열" userId="5f9a479e-ec78-4342-9635-708b150fb5c1" providerId="ADAL" clId="{6DCA764D-8A6F-45D2-938E-07E5614E9E46}" dt="2025-01-07T04:27:47.334" v="708" actId="478"/>
          <ac:picMkLst>
            <pc:docMk/>
            <pc:sldMk cId="444582879" sldId="822"/>
            <ac:picMk id="2050" creationId="{341503EB-B8A6-E0A2-8C5E-6FF66C4A9683}"/>
          </ac:picMkLst>
        </pc:picChg>
        <pc:cxnChg chg="add mod topLvl">
          <ac:chgData name="나종열" userId="5f9a479e-ec78-4342-9635-708b150fb5c1" providerId="ADAL" clId="{6DCA764D-8A6F-45D2-938E-07E5614E9E46}" dt="2025-01-07T04:43:58.720" v="1208" actId="1076"/>
          <ac:cxnSpMkLst>
            <pc:docMk/>
            <pc:sldMk cId="444582879" sldId="822"/>
            <ac:cxnSpMk id="13" creationId="{A6C69147-5D1D-CC4F-3998-C2A3658662FD}"/>
          </ac:cxnSpMkLst>
        </pc:cxnChg>
        <pc:cxnChg chg="add mod topLvl">
          <ac:chgData name="나종열" userId="5f9a479e-ec78-4342-9635-708b150fb5c1" providerId="ADAL" clId="{6DCA764D-8A6F-45D2-938E-07E5614E9E46}" dt="2025-01-07T04:43:58.720" v="1208" actId="1076"/>
          <ac:cxnSpMkLst>
            <pc:docMk/>
            <pc:sldMk cId="444582879" sldId="822"/>
            <ac:cxnSpMk id="23" creationId="{09FE328A-F69C-1320-EE8A-71660F293F89}"/>
          </ac:cxnSpMkLst>
        </pc:cxnChg>
      </pc:sldChg>
      <pc:sldChg chg="addSp delSp modSp mod ord">
        <pc:chgData name="나종열" userId="5f9a479e-ec78-4342-9635-708b150fb5c1" providerId="ADAL" clId="{6DCA764D-8A6F-45D2-938E-07E5614E9E46}" dt="2025-01-07T04:43:50.035" v="1207" actId="1076"/>
        <pc:sldMkLst>
          <pc:docMk/>
          <pc:sldMk cId="3389546399" sldId="823"/>
        </pc:sldMkLst>
        <pc:spChg chg="mod">
          <ac:chgData name="나종열" userId="5f9a479e-ec78-4342-9635-708b150fb5c1" providerId="ADAL" clId="{6DCA764D-8A6F-45D2-938E-07E5614E9E46}" dt="2025-01-07T04:18:56.295" v="571" actId="20577"/>
          <ac:spMkLst>
            <pc:docMk/>
            <pc:sldMk cId="3389546399" sldId="823"/>
            <ac:spMk id="3" creationId="{806444F9-AA28-4175-B16D-85DC08627486}"/>
          </ac:spMkLst>
        </pc:spChg>
        <pc:spChg chg="mod">
          <ac:chgData name="나종열" userId="5f9a479e-ec78-4342-9635-708b150fb5c1" providerId="ADAL" clId="{6DCA764D-8A6F-45D2-938E-07E5614E9E46}" dt="2025-01-07T04:23:21.596" v="684" actId="20577"/>
          <ac:spMkLst>
            <pc:docMk/>
            <pc:sldMk cId="3389546399" sldId="823"/>
            <ac:spMk id="5" creationId="{0EF9CA68-8C75-6C70-619D-89709E4EFB71}"/>
          </ac:spMkLst>
        </pc:spChg>
        <pc:spChg chg="add mod">
          <ac:chgData name="나종열" userId="5f9a479e-ec78-4342-9635-708b150fb5c1" providerId="ADAL" clId="{6DCA764D-8A6F-45D2-938E-07E5614E9E46}" dt="2025-01-07T04:43:50.035" v="1207" actId="1076"/>
          <ac:spMkLst>
            <pc:docMk/>
            <pc:sldMk cId="3389546399" sldId="823"/>
            <ac:spMk id="7" creationId="{DDB4F8F2-8A49-3615-A15C-85D682C4259A}"/>
          </ac:spMkLst>
        </pc:spChg>
        <pc:spChg chg="mod">
          <ac:chgData name="나종열" userId="5f9a479e-ec78-4342-9635-708b150fb5c1" providerId="ADAL" clId="{6DCA764D-8A6F-45D2-938E-07E5614E9E46}" dt="2025-01-07T04:24:02.453" v="689" actId="1036"/>
          <ac:spMkLst>
            <pc:docMk/>
            <pc:sldMk cId="3389546399" sldId="823"/>
            <ac:spMk id="8" creationId="{F154F10C-3266-EEBA-9469-E21970AE61C7}"/>
          </ac:spMkLst>
        </pc:spChg>
        <pc:picChg chg="add del mod">
          <ac:chgData name="나종열" userId="5f9a479e-ec78-4342-9635-708b150fb5c1" providerId="ADAL" clId="{6DCA764D-8A6F-45D2-938E-07E5614E9E46}" dt="2025-01-07T04:20:10.337" v="593" actId="478"/>
          <ac:picMkLst>
            <pc:docMk/>
            <pc:sldMk cId="3389546399" sldId="823"/>
            <ac:picMk id="4" creationId="{5CA97F35-0934-36E7-8866-B9052F201BF3}"/>
          </ac:picMkLst>
        </pc:picChg>
        <pc:picChg chg="add mod">
          <ac:chgData name="나종열" userId="5f9a479e-ec78-4342-9635-708b150fb5c1" providerId="ADAL" clId="{6DCA764D-8A6F-45D2-938E-07E5614E9E46}" dt="2025-01-07T04:23:58.133" v="685" actId="1035"/>
          <ac:picMkLst>
            <pc:docMk/>
            <pc:sldMk cId="3389546399" sldId="823"/>
            <ac:picMk id="6" creationId="{4132A7C0-6797-3B0C-E0AE-9F9128C24B73}"/>
          </ac:picMkLst>
        </pc:picChg>
        <pc:picChg chg="mod">
          <ac:chgData name="나종열" userId="5f9a479e-ec78-4342-9635-708b150fb5c1" providerId="ADAL" clId="{6DCA764D-8A6F-45D2-938E-07E5614E9E46}" dt="2025-01-07T04:23:58.133" v="685" actId="1035"/>
          <ac:picMkLst>
            <pc:docMk/>
            <pc:sldMk cId="3389546399" sldId="823"/>
            <ac:picMk id="10" creationId="{11C55836-5580-D6E2-ECF3-7FC1308A9678}"/>
          </ac:picMkLst>
        </pc:picChg>
      </pc:sldChg>
      <pc:sldChg chg="modSp del mod">
        <pc:chgData name="나종열" userId="5f9a479e-ec78-4342-9635-708b150fb5c1" providerId="ADAL" clId="{6DCA764D-8A6F-45D2-938E-07E5614E9E46}" dt="2025-01-07T05:32:04.268" v="2106" actId="47"/>
        <pc:sldMkLst>
          <pc:docMk/>
          <pc:sldMk cId="618376089" sldId="824"/>
        </pc:sldMkLst>
        <pc:spChg chg="mod">
          <ac:chgData name="나종열" userId="5f9a479e-ec78-4342-9635-708b150fb5c1" providerId="ADAL" clId="{6DCA764D-8A6F-45D2-938E-07E5614E9E46}" dt="2025-01-07T04:43:44.171" v="1205" actId="1076"/>
          <ac:spMkLst>
            <pc:docMk/>
            <pc:sldMk cId="618376089" sldId="824"/>
            <ac:spMk id="10" creationId="{C6DBC0DF-906D-148A-C246-5B9CC370C395}"/>
          </ac:spMkLst>
        </pc:spChg>
      </pc:sldChg>
      <pc:sldChg chg="del">
        <pc:chgData name="나종열" userId="5f9a479e-ec78-4342-9635-708b150fb5c1" providerId="ADAL" clId="{6DCA764D-8A6F-45D2-938E-07E5614E9E46}" dt="2025-01-06T16:30:56.662" v="8" actId="47"/>
        <pc:sldMkLst>
          <pc:docMk/>
          <pc:sldMk cId="2853347817" sldId="828"/>
        </pc:sldMkLst>
      </pc:sldChg>
      <pc:sldChg chg="addSp delSp modSp mod ord modAnim">
        <pc:chgData name="나종열" userId="5f9a479e-ec78-4342-9635-708b150fb5c1" providerId="ADAL" clId="{6DCA764D-8A6F-45D2-938E-07E5614E9E46}" dt="2025-01-07T05:58:50.975" v="2661" actId="1076"/>
        <pc:sldMkLst>
          <pc:docMk/>
          <pc:sldMk cId="3922798133" sldId="829"/>
        </pc:sldMkLst>
        <pc:spChg chg="mod">
          <ac:chgData name="나종열" userId="5f9a479e-ec78-4342-9635-708b150fb5c1" providerId="ADAL" clId="{6DCA764D-8A6F-45D2-938E-07E5614E9E46}" dt="2025-01-07T05:52:44.632" v="2568" actId="1076"/>
          <ac:spMkLst>
            <pc:docMk/>
            <pc:sldMk cId="3922798133" sldId="829"/>
            <ac:spMk id="2" creationId="{D3BBFAA7-9935-724C-0BA6-322CF91C4820}"/>
          </ac:spMkLst>
        </pc:spChg>
        <pc:spChg chg="add del mod">
          <ac:chgData name="나종열" userId="5f9a479e-ec78-4342-9635-708b150fb5c1" providerId="ADAL" clId="{6DCA764D-8A6F-45D2-938E-07E5614E9E46}" dt="2025-01-07T04:52:47.785" v="1339" actId="478"/>
          <ac:spMkLst>
            <pc:docMk/>
            <pc:sldMk cId="3922798133" sldId="829"/>
            <ac:spMk id="4" creationId="{1E37709B-7A60-76A7-A1CC-FA276A40D3D1}"/>
          </ac:spMkLst>
        </pc:spChg>
        <pc:spChg chg="mod">
          <ac:chgData name="나종열" userId="5f9a479e-ec78-4342-9635-708b150fb5c1" providerId="ADAL" clId="{6DCA764D-8A6F-45D2-938E-07E5614E9E46}" dt="2025-01-07T05:52:44.632" v="2568" actId="1076"/>
          <ac:spMkLst>
            <pc:docMk/>
            <pc:sldMk cId="3922798133" sldId="829"/>
            <ac:spMk id="7" creationId="{940A0362-86B5-3FD6-D004-E63254C8A9C9}"/>
          </ac:spMkLst>
        </pc:spChg>
        <pc:spChg chg="del">
          <ac:chgData name="나종열" userId="5f9a479e-ec78-4342-9635-708b150fb5c1" providerId="ADAL" clId="{6DCA764D-8A6F-45D2-938E-07E5614E9E46}" dt="2025-01-07T05:52:08.575" v="2559" actId="478"/>
          <ac:spMkLst>
            <pc:docMk/>
            <pc:sldMk cId="3922798133" sldId="829"/>
            <ac:spMk id="8" creationId="{67805629-C321-7DA9-3C41-F8D8E473365D}"/>
          </ac:spMkLst>
        </pc:spChg>
        <pc:spChg chg="add mod">
          <ac:chgData name="나종열" userId="5f9a479e-ec78-4342-9635-708b150fb5c1" providerId="ADAL" clId="{6DCA764D-8A6F-45D2-938E-07E5614E9E46}" dt="2025-01-07T04:55:57.271" v="1383" actId="1076"/>
          <ac:spMkLst>
            <pc:docMk/>
            <pc:sldMk cId="3922798133" sldId="829"/>
            <ac:spMk id="27" creationId="{D22BF9B9-7406-FFD2-9F8A-794F8A8753AB}"/>
          </ac:spMkLst>
        </pc:spChg>
        <pc:spChg chg="add del mod topLvl">
          <ac:chgData name="나종열" userId="5f9a479e-ec78-4342-9635-708b150fb5c1" providerId="ADAL" clId="{6DCA764D-8A6F-45D2-938E-07E5614E9E46}" dt="2025-01-07T05:10:51.388" v="1688" actId="478"/>
          <ac:spMkLst>
            <pc:docMk/>
            <pc:sldMk cId="3922798133" sldId="829"/>
            <ac:spMk id="35" creationId="{F5606251-F951-97E0-E206-8CCB906245C9}"/>
          </ac:spMkLst>
        </pc:spChg>
        <pc:spChg chg="add mod">
          <ac:chgData name="나종열" userId="5f9a479e-ec78-4342-9635-708b150fb5c1" providerId="ADAL" clId="{6DCA764D-8A6F-45D2-938E-07E5614E9E46}" dt="2025-01-07T05:13:01.865" v="1709" actId="1076"/>
          <ac:spMkLst>
            <pc:docMk/>
            <pc:sldMk cId="3922798133" sldId="829"/>
            <ac:spMk id="43" creationId="{F1AFC7ED-7FD9-881D-921C-650E911A7357}"/>
          </ac:spMkLst>
        </pc:spChg>
        <pc:spChg chg="add mod">
          <ac:chgData name="나종열" userId="5f9a479e-ec78-4342-9635-708b150fb5c1" providerId="ADAL" clId="{6DCA764D-8A6F-45D2-938E-07E5614E9E46}" dt="2025-01-07T05:09:02.664" v="1665" actId="164"/>
          <ac:spMkLst>
            <pc:docMk/>
            <pc:sldMk cId="3922798133" sldId="829"/>
            <ac:spMk id="44" creationId="{3DA1C6DB-F057-6CD4-FFD7-023B68837A0A}"/>
          </ac:spMkLst>
        </pc:spChg>
        <pc:spChg chg="add mod">
          <ac:chgData name="나종열" userId="5f9a479e-ec78-4342-9635-708b150fb5c1" providerId="ADAL" clId="{6DCA764D-8A6F-45D2-938E-07E5614E9E46}" dt="2025-01-07T05:01:43.872" v="1434"/>
          <ac:spMkLst>
            <pc:docMk/>
            <pc:sldMk cId="3922798133" sldId="829"/>
            <ac:spMk id="45" creationId="{04A5BCCE-E091-9169-B6C9-829B47B44856}"/>
          </ac:spMkLst>
        </pc:spChg>
        <pc:spChg chg="add mod">
          <ac:chgData name="나종열" userId="5f9a479e-ec78-4342-9635-708b150fb5c1" providerId="ADAL" clId="{6DCA764D-8A6F-45D2-938E-07E5614E9E46}" dt="2025-01-07T05:01:48.563" v="1436"/>
          <ac:spMkLst>
            <pc:docMk/>
            <pc:sldMk cId="3922798133" sldId="829"/>
            <ac:spMk id="46" creationId="{97C6E7CF-BF3C-2C84-1AF0-E454CE1C3B9C}"/>
          </ac:spMkLst>
        </pc:spChg>
        <pc:spChg chg="add mod">
          <ac:chgData name="나종열" userId="5f9a479e-ec78-4342-9635-708b150fb5c1" providerId="ADAL" clId="{6DCA764D-8A6F-45D2-938E-07E5614E9E46}" dt="2025-01-07T05:06:55.156" v="1566" actId="1076"/>
          <ac:spMkLst>
            <pc:docMk/>
            <pc:sldMk cId="3922798133" sldId="829"/>
            <ac:spMk id="48" creationId="{8F1D33AE-2C95-1A54-9F27-0805F2B086D3}"/>
          </ac:spMkLst>
        </pc:spChg>
        <pc:spChg chg="add mod ord">
          <ac:chgData name="나종열" userId="5f9a479e-ec78-4342-9635-708b150fb5c1" providerId="ADAL" clId="{6DCA764D-8A6F-45D2-938E-07E5614E9E46}" dt="2025-01-07T05:23:48.663" v="1956" actId="20577"/>
          <ac:spMkLst>
            <pc:docMk/>
            <pc:sldMk cId="3922798133" sldId="829"/>
            <ac:spMk id="49" creationId="{6E2B1F0E-5308-7A58-E864-C3AABA0BAE7D}"/>
          </ac:spMkLst>
        </pc:spChg>
        <pc:spChg chg="add mod">
          <ac:chgData name="나종열" userId="5f9a479e-ec78-4342-9635-708b150fb5c1" providerId="ADAL" clId="{6DCA764D-8A6F-45D2-938E-07E5614E9E46}" dt="2025-01-07T05:58:50.975" v="2661" actId="1076"/>
          <ac:spMkLst>
            <pc:docMk/>
            <pc:sldMk cId="3922798133" sldId="829"/>
            <ac:spMk id="57" creationId="{0F0E17E9-847B-210B-B372-1339434B5063}"/>
          </ac:spMkLst>
        </pc:spChg>
        <pc:spChg chg="add mod">
          <ac:chgData name="나종열" userId="5f9a479e-ec78-4342-9635-708b150fb5c1" providerId="ADAL" clId="{6DCA764D-8A6F-45D2-938E-07E5614E9E46}" dt="2025-01-07T05:16:27.962" v="1847" actId="164"/>
          <ac:spMkLst>
            <pc:docMk/>
            <pc:sldMk cId="3922798133" sldId="829"/>
            <ac:spMk id="60" creationId="{FEAFA635-22F6-6B8D-B047-DB71235F726D}"/>
          </ac:spMkLst>
        </pc:spChg>
        <pc:spChg chg="add mod">
          <ac:chgData name="나종열" userId="5f9a479e-ec78-4342-9635-708b150fb5c1" providerId="ADAL" clId="{6DCA764D-8A6F-45D2-938E-07E5614E9E46}" dt="2025-01-07T05:30:53.593" v="2101" actId="165"/>
          <ac:spMkLst>
            <pc:docMk/>
            <pc:sldMk cId="3922798133" sldId="829"/>
            <ac:spMk id="61" creationId="{820D81EB-08BD-ACD0-733D-D9B4EEFC50E0}"/>
          </ac:spMkLst>
        </pc:spChg>
        <pc:spChg chg="add mod topLvl">
          <ac:chgData name="나종열" userId="5f9a479e-ec78-4342-9635-708b150fb5c1" providerId="ADAL" clId="{6DCA764D-8A6F-45D2-938E-07E5614E9E46}" dt="2025-01-07T05:31:02.053" v="2102" actId="164"/>
          <ac:spMkLst>
            <pc:docMk/>
            <pc:sldMk cId="3922798133" sldId="829"/>
            <ac:spMk id="67" creationId="{B4F2219C-38B2-E2B5-96DC-62360823BE6F}"/>
          </ac:spMkLst>
        </pc:spChg>
        <pc:spChg chg="add mod">
          <ac:chgData name="나종열" userId="5f9a479e-ec78-4342-9635-708b150fb5c1" providerId="ADAL" clId="{6DCA764D-8A6F-45D2-938E-07E5614E9E46}" dt="2025-01-07T05:16:27.962" v="1847" actId="164"/>
          <ac:spMkLst>
            <pc:docMk/>
            <pc:sldMk cId="3922798133" sldId="829"/>
            <ac:spMk id="77" creationId="{78EEF06E-FBBE-7A6C-D1F8-B3E907D2B9A0}"/>
          </ac:spMkLst>
        </pc:spChg>
        <pc:spChg chg="add mod ord">
          <ac:chgData name="나종열" userId="5f9a479e-ec78-4342-9635-708b150fb5c1" providerId="ADAL" clId="{6DCA764D-8A6F-45D2-938E-07E5614E9E46}" dt="2025-01-07T05:30:53.593" v="2101" actId="165"/>
          <ac:spMkLst>
            <pc:docMk/>
            <pc:sldMk cId="3922798133" sldId="829"/>
            <ac:spMk id="78" creationId="{BB444C7E-51E0-372B-EF94-873C508CDEE8}"/>
          </ac:spMkLst>
        </pc:spChg>
        <pc:spChg chg="add mod">
          <ac:chgData name="나종열" userId="5f9a479e-ec78-4342-9635-708b150fb5c1" providerId="ADAL" clId="{6DCA764D-8A6F-45D2-938E-07E5614E9E46}" dt="2025-01-07T05:26:32.539" v="1995" actId="20577"/>
          <ac:spMkLst>
            <pc:docMk/>
            <pc:sldMk cId="3922798133" sldId="829"/>
            <ac:spMk id="84" creationId="{D4CCDC07-E6B4-03AB-6B25-97347F8802F0}"/>
          </ac:spMkLst>
        </pc:spChg>
        <pc:spChg chg="add mod topLvl">
          <ac:chgData name="나종열" userId="5f9a479e-ec78-4342-9635-708b150fb5c1" providerId="ADAL" clId="{6DCA764D-8A6F-45D2-938E-07E5614E9E46}" dt="2025-01-07T05:31:05.365" v="2103" actId="164"/>
          <ac:spMkLst>
            <pc:docMk/>
            <pc:sldMk cId="3922798133" sldId="829"/>
            <ac:spMk id="87" creationId="{B13924F8-0F15-1D15-9B17-21F013452B62}"/>
          </ac:spMkLst>
        </pc:spChg>
        <pc:spChg chg="add del mod">
          <ac:chgData name="나종열" userId="5f9a479e-ec78-4342-9635-708b150fb5c1" providerId="ADAL" clId="{6DCA764D-8A6F-45D2-938E-07E5614E9E46}" dt="2025-01-07T05:28:46.312" v="2052"/>
          <ac:spMkLst>
            <pc:docMk/>
            <pc:sldMk cId="3922798133" sldId="829"/>
            <ac:spMk id="88" creationId="{C6B1C9E0-FDFB-F2D5-8336-87384C20EEC3}"/>
          </ac:spMkLst>
        </pc:spChg>
        <pc:spChg chg="add del mod">
          <ac:chgData name="나종열" userId="5f9a479e-ec78-4342-9635-708b150fb5c1" providerId="ADAL" clId="{6DCA764D-8A6F-45D2-938E-07E5614E9E46}" dt="2025-01-07T05:28:57.339" v="2069" actId="478"/>
          <ac:spMkLst>
            <pc:docMk/>
            <pc:sldMk cId="3922798133" sldId="829"/>
            <ac:spMk id="89" creationId="{0D7B1D0A-7B08-DBA9-275B-BB23B9CE7903}"/>
          </ac:spMkLst>
        </pc:spChg>
        <pc:spChg chg="add mod">
          <ac:chgData name="나종열" userId="5f9a479e-ec78-4342-9635-708b150fb5c1" providerId="ADAL" clId="{6DCA764D-8A6F-45D2-938E-07E5614E9E46}" dt="2025-01-07T05:52:09.320" v="2560"/>
          <ac:spMkLst>
            <pc:docMk/>
            <pc:sldMk cId="3922798133" sldId="829"/>
            <ac:spMk id="93" creationId="{F037905C-97AB-635D-95F3-C5ABEEBD02A3}"/>
          </ac:spMkLst>
        </pc:spChg>
        <pc:grpChg chg="add del mod">
          <ac:chgData name="나종열" userId="5f9a479e-ec78-4342-9635-708b150fb5c1" providerId="ADAL" clId="{6DCA764D-8A6F-45D2-938E-07E5614E9E46}" dt="2025-01-07T04:54:49.999" v="1347" actId="478"/>
          <ac:grpSpMkLst>
            <pc:docMk/>
            <pc:sldMk cId="3922798133" sldId="829"/>
            <ac:grpSpMk id="9" creationId="{8F5D1425-19F9-8369-E37D-350C2A3496F5}"/>
          </ac:grpSpMkLst>
        </pc:grpChg>
        <pc:grpChg chg="mod topLvl">
          <ac:chgData name="나종열" userId="5f9a479e-ec78-4342-9635-708b150fb5c1" providerId="ADAL" clId="{6DCA764D-8A6F-45D2-938E-07E5614E9E46}" dt="2025-01-07T04:55:34.458" v="1364" actId="1076"/>
          <ac:grpSpMkLst>
            <pc:docMk/>
            <pc:sldMk cId="3922798133" sldId="829"/>
            <ac:grpSpMk id="11" creationId="{979C5F98-BACF-0D66-2061-4C2756F87690}"/>
          </ac:grpSpMkLst>
        </pc:grpChg>
        <pc:grpChg chg="add del mod">
          <ac:chgData name="나종열" userId="5f9a479e-ec78-4342-9635-708b150fb5c1" providerId="ADAL" clId="{6DCA764D-8A6F-45D2-938E-07E5614E9E46}" dt="2025-01-07T05:10:33.812" v="1684" actId="165"/>
          <ac:grpSpMkLst>
            <pc:docMk/>
            <pc:sldMk cId="3922798133" sldId="829"/>
            <ac:grpSpMk id="39" creationId="{E9EAB4B9-361C-4AAD-8A65-F058BC7D8E2A}"/>
          </ac:grpSpMkLst>
        </pc:grpChg>
        <pc:grpChg chg="add mod ord">
          <ac:chgData name="나종열" userId="5f9a479e-ec78-4342-9635-708b150fb5c1" providerId="ADAL" clId="{6DCA764D-8A6F-45D2-938E-07E5614E9E46}" dt="2025-01-07T05:09:06.662" v="1666" actId="164"/>
          <ac:grpSpMkLst>
            <pc:docMk/>
            <pc:sldMk cId="3922798133" sldId="829"/>
            <ac:grpSpMk id="55" creationId="{CC353F3C-85D8-74E5-CC03-645A4BEFD15A}"/>
          </ac:grpSpMkLst>
        </pc:grpChg>
        <pc:grpChg chg="add mod">
          <ac:chgData name="나종열" userId="5f9a479e-ec78-4342-9635-708b150fb5c1" providerId="ADAL" clId="{6DCA764D-8A6F-45D2-938E-07E5614E9E46}" dt="2025-01-07T05:09:06.662" v="1666" actId="164"/>
          <ac:grpSpMkLst>
            <pc:docMk/>
            <pc:sldMk cId="3922798133" sldId="829"/>
            <ac:grpSpMk id="58" creationId="{A54B2EFC-F361-00BD-B19B-935133D3D2BE}"/>
          </ac:grpSpMkLst>
        </pc:grpChg>
        <pc:grpChg chg="add mod ord">
          <ac:chgData name="나종열" userId="5f9a479e-ec78-4342-9635-708b150fb5c1" providerId="ADAL" clId="{6DCA764D-8A6F-45D2-938E-07E5614E9E46}" dt="2025-01-07T05:09:32.691" v="1669" actId="167"/>
          <ac:grpSpMkLst>
            <pc:docMk/>
            <pc:sldMk cId="3922798133" sldId="829"/>
            <ac:grpSpMk id="59" creationId="{56D2A718-8676-1F25-1C95-3D0320ABFCEE}"/>
          </ac:grpSpMkLst>
        </pc:grpChg>
        <pc:grpChg chg="add mod">
          <ac:chgData name="나종열" userId="5f9a479e-ec78-4342-9635-708b150fb5c1" providerId="ADAL" clId="{6DCA764D-8A6F-45D2-938E-07E5614E9E46}" dt="2025-01-07T05:24:12.188" v="1959" actId="164"/>
          <ac:grpSpMkLst>
            <pc:docMk/>
            <pc:sldMk cId="3922798133" sldId="829"/>
            <ac:grpSpMk id="80" creationId="{8DBB7822-3D45-73DF-CEF5-10A570F19B01}"/>
          </ac:grpSpMkLst>
        </pc:grpChg>
        <pc:grpChg chg="add mod">
          <ac:chgData name="나종열" userId="5f9a479e-ec78-4342-9635-708b150fb5c1" providerId="ADAL" clId="{6DCA764D-8A6F-45D2-938E-07E5614E9E46}" dt="2025-01-07T05:30:53.593" v="2101" actId="165"/>
          <ac:grpSpMkLst>
            <pc:docMk/>
            <pc:sldMk cId="3922798133" sldId="829"/>
            <ac:grpSpMk id="81" creationId="{EACC1C77-303A-19A2-5331-E82BF6CD97E3}"/>
          </ac:grpSpMkLst>
        </pc:grpChg>
        <pc:grpChg chg="add mod topLvl">
          <ac:chgData name="나종열" userId="5f9a479e-ec78-4342-9635-708b150fb5c1" providerId="ADAL" clId="{6DCA764D-8A6F-45D2-938E-07E5614E9E46}" dt="2025-01-07T05:31:05.365" v="2103" actId="164"/>
          <ac:grpSpMkLst>
            <pc:docMk/>
            <pc:sldMk cId="3922798133" sldId="829"/>
            <ac:grpSpMk id="82" creationId="{ED258CCA-A7A3-C2FE-CFE4-35F93E48CD83}"/>
          </ac:grpSpMkLst>
        </pc:grpChg>
        <pc:grpChg chg="add del mod topLvl">
          <ac:chgData name="나종열" userId="5f9a479e-ec78-4342-9635-708b150fb5c1" providerId="ADAL" clId="{6DCA764D-8A6F-45D2-938E-07E5614E9E46}" dt="2025-01-07T05:30:53.593" v="2101" actId="165"/>
          <ac:grpSpMkLst>
            <pc:docMk/>
            <pc:sldMk cId="3922798133" sldId="829"/>
            <ac:grpSpMk id="83" creationId="{FB16BB83-10F6-F477-C126-3578C34A706B}"/>
          </ac:grpSpMkLst>
        </pc:grpChg>
        <pc:grpChg chg="add mod">
          <ac:chgData name="나종열" userId="5f9a479e-ec78-4342-9635-708b150fb5c1" providerId="ADAL" clId="{6DCA764D-8A6F-45D2-938E-07E5614E9E46}" dt="2025-01-07T05:24:04.948" v="1958" actId="164"/>
          <ac:grpSpMkLst>
            <pc:docMk/>
            <pc:sldMk cId="3922798133" sldId="829"/>
            <ac:grpSpMk id="85" creationId="{C4D1E243-060D-65E7-70B9-5F3B5C4285E3}"/>
          </ac:grpSpMkLst>
        </pc:grpChg>
        <pc:grpChg chg="add mod">
          <ac:chgData name="나종열" userId="5f9a479e-ec78-4342-9635-708b150fb5c1" providerId="ADAL" clId="{6DCA764D-8A6F-45D2-938E-07E5614E9E46}" dt="2025-01-07T05:31:02.053" v="2102" actId="164"/>
          <ac:grpSpMkLst>
            <pc:docMk/>
            <pc:sldMk cId="3922798133" sldId="829"/>
            <ac:grpSpMk id="86" creationId="{DD035764-F573-CD90-460E-37813B319747}"/>
          </ac:grpSpMkLst>
        </pc:grpChg>
        <pc:grpChg chg="add del mod">
          <ac:chgData name="나종열" userId="5f9a479e-ec78-4342-9635-708b150fb5c1" providerId="ADAL" clId="{6DCA764D-8A6F-45D2-938E-07E5614E9E46}" dt="2025-01-07T05:30:47.189" v="2100" actId="165"/>
          <ac:grpSpMkLst>
            <pc:docMk/>
            <pc:sldMk cId="3922798133" sldId="829"/>
            <ac:grpSpMk id="90" creationId="{088C0E25-2151-CDAF-D752-D4EF2A0BE030}"/>
          </ac:grpSpMkLst>
        </pc:grpChg>
        <pc:grpChg chg="add mod">
          <ac:chgData name="나종열" userId="5f9a479e-ec78-4342-9635-708b150fb5c1" providerId="ADAL" clId="{6DCA764D-8A6F-45D2-938E-07E5614E9E46}" dt="2025-01-07T05:31:02.053" v="2102" actId="164"/>
          <ac:grpSpMkLst>
            <pc:docMk/>
            <pc:sldMk cId="3922798133" sldId="829"/>
            <ac:grpSpMk id="91" creationId="{BFC5453C-A741-7D01-B097-D91A2A988592}"/>
          </ac:grpSpMkLst>
        </pc:grpChg>
        <pc:grpChg chg="add mod">
          <ac:chgData name="나종열" userId="5f9a479e-ec78-4342-9635-708b150fb5c1" providerId="ADAL" clId="{6DCA764D-8A6F-45D2-938E-07E5614E9E46}" dt="2025-01-07T05:31:05.365" v="2103" actId="164"/>
          <ac:grpSpMkLst>
            <pc:docMk/>
            <pc:sldMk cId="3922798133" sldId="829"/>
            <ac:grpSpMk id="92" creationId="{3FEEB9B7-98C3-38EA-1AAC-FCDFFA9ACFB6}"/>
          </ac:grpSpMkLst>
        </pc:grpChg>
        <pc:picChg chg="del mod">
          <ac:chgData name="나종열" userId="5f9a479e-ec78-4342-9635-708b150fb5c1" providerId="ADAL" clId="{6DCA764D-8A6F-45D2-938E-07E5614E9E46}" dt="2025-01-07T04:53:27.607" v="1342" actId="478"/>
          <ac:picMkLst>
            <pc:docMk/>
            <pc:sldMk cId="3922798133" sldId="829"/>
            <ac:picMk id="3" creationId="{2C7EA0E1-D85A-A650-979F-8AB462CD37DE}"/>
          </ac:picMkLst>
        </pc:picChg>
        <pc:picChg chg="del mod topLvl">
          <ac:chgData name="나종열" userId="5f9a479e-ec78-4342-9635-708b150fb5c1" providerId="ADAL" clId="{6DCA764D-8A6F-45D2-938E-07E5614E9E46}" dt="2025-01-07T04:54:49.999" v="1347" actId="478"/>
          <ac:picMkLst>
            <pc:docMk/>
            <pc:sldMk cId="3922798133" sldId="829"/>
            <ac:picMk id="10" creationId="{056B2EF1-95CA-D7C4-EE1F-54B875F3A259}"/>
          </ac:picMkLst>
        </pc:picChg>
        <pc:picChg chg="add mod ord">
          <ac:chgData name="나종열" userId="5f9a479e-ec78-4342-9635-708b150fb5c1" providerId="ADAL" clId="{6DCA764D-8A6F-45D2-938E-07E5614E9E46}" dt="2025-01-07T05:30:53.593" v="2101" actId="165"/>
          <ac:picMkLst>
            <pc:docMk/>
            <pc:sldMk cId="3922798133" sldId="829"/>
            <ac:picMk id="79" creationId="{7A331F9F-0F74-813E-3B7F-42F9E33AA70C}"/>
          </ac:picMkLst>
        </pc:picChg>
        <pc:cxnChg chg="add mod ord">
          <ac:chgData name="나종열" userId="5f9a479e-ec78-4342-9635-708b150fb5c1" providerId="ADAL" clId="{6DCA764D-8A6F-45D2-938E-07E5614E9E46}" dt="2025-01-07T04:57:46.594" v="1419" actId="167"/>
          <ac:cxnSpMkLst>
            <pc:docMk/>
            <pc:sldMk cId="3922798133" sldId="829"/>
            <ac:cxnSpMk id="6" creationId="{5439FEB6-91CD-B3A8-6273-B810B23E1C91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2" creationId="{1127BC51-A2EA-EB81-C4D5-0A3ACFBFEF53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3" creationId="{78F7EA4C-EC6F-11EC-7802-45C23B1FFB5D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4" creationId="{FB3999FA-A220-791F-F644-E8558AEA9420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5" creationId="{602852D3-7BDF-61EB-6026-543663666BDB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6" creationId="{3F234928-E9C0-72FF-59D7-26AAC832E409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7" creationId="{AB79DB5E-47FC-D238-E22D-37896C234138}"/>
          </ac:cxnSpMkLst>
        </pc:cxnChg>
        <pc:cxnChg chg="mod">
          <ac:chgData name="나종열" userId="5f9a479e-ec78-4342-9635-708b150fb5c1" providerId="ADAL" clId="{6DCA764D-8A6F-45D2-938E-07E5614E9E46}" dt="2025-01-07T04:54:47.986" v="1346"/>
          <ac:cxnSpMkLst>
            <pc:docMk/>
            <pc:sldMk cId="3922798133" sldId="829"/>
            <ac:cxnSpMk id="18" creationId="{3D7C7CDF-C158-D1EA-7361-59CB4558A4DF}"/>
          </ac:cxnSpMkLst>
        </pc:cxnChg>
        <pc:cxnChg chg="add mod ord">
          <ac:chgData name="나종열" userId="5f9a479e-ec78-4342-9635-708b150fb5c1" providerId="ADAL" clId="{6DCA764D-8A6F-45D2-938E-07E5614E9E46}" dt="2025-01-07T04:57:46.594" v="1419" actId="167"/>
          <ac:cxnSpMkLst>
            <pc:docMk/>
            <pc:sldMk cId="3922798133" sldId="829"/>
            <ac:cxnSpMk id="19" creationId="{EDF4D606-8E27-211F-C313-B4E9BB1F939A}"/>
          </ac:cxnSpMkLst>
        </pc:cxnChg>
        <pc:cxnChg chg="add mod ord">
          <ac:chgData name="나종열" userId="5f9a479e-ec78-4342-9635-708b150fb5c1" providerId="ADAL" clId="{6DCA764D-8A6F-45D2-938E-07E5614E9E46}" dt="2025-01-07T04:57:46.594" v="1419" actId="167"/>
          <ac:cxnSpMkLst>
            <pc:docMk/>
            <pc:sldMk cId="3922798133" sldId="829"/>
            <ac:cxnSpMk id="24" creationId="{FFB856B4-67C4-585E-524C-47028D517543}"/>
          </ac:cxnSpMkLst>
        </pc:cxnChg>
        <pc:cxnChg chg="add mod topLvl">
          <ac:chgData name="나종열" userId="5f9a479e-ec78-4342-9635-708b150fb5c1" providerId="ADAL" clId="{6DCA764D-8A6F-45D2-938E-07E5614E9E46}" dt="2025-01-07T05:10:33.812" v="1684" actId="165"/>
          <ac:cxnSpMkLst>
            <pc:docMk/>
            <pc:sldMk cId="3922798133" sldId="829"/>
            <ac:cxnSpMk id="28" creationId="{C4946C56-BD6E-CA51-5EEE-A574ADB8CCEF}"/>
          </ac:cxnSpMkLst>
        </pc:cxnChg>
        <pc:cxnChg chg="add mod topLvl">
          <ac:chgData name="나종열" userId="5f9a479e-ec78-4342-9635-708b150fb5c1" providerId="ADAL" clId="{6DCA764D-8A6F-45D2-938E-07E5614E9E46}" dt="2025-01-07T05:10:55.852" v="1689" actId="14100"/>
          <ac:cxnSpMkLst>
            <pc:docMk/>
            <pc:sldMk cId="3922798133" sldId="829"/>
            <ac:cxnSpMk id="29" creationId="{AEB69ECA-E542-022F-983F-952FE7A2A7A5}"/>
          </ac:cxnSpMkLst>
        </pc:cxnChg>
        <pc:cxnChg chg="add mod topLvl">
          <ac:chgData name="나종열" userId="5f9a479e-ec78-4342-9635-708b150fb5c1" providerId="ADAL" clId="{6DCA764D-8A6F-45D2-938E-07E5614E9E46}" dt="2025-01-07T05:10:33.812" v="1684" actId="165"/>
          <ac:cxnSpMkLst>
            <pc:docMk/>
            <pc:sldMk cId="3922798133" sldId="829"/>
            <ac:cxnSpMk id="30" creationId="{A0E40A6B-5F37-D00D-D4C3-1A4D6543A5F8}"/>
          </ac:cxnSpMkLst>
        </pc:cxnChg>
        <pc:cxnChg chg="add mod ord">
          <ac:chgData name="나종열" userId="5f9a479e-ec78-4342-9635-708b150fb5c1" providerId="ADAL" clId="{6DCA764D-8A6F-45D2-938E-07E5614E9E46}" dt="2025-01-07T05:07:26.687" v="1573" actId="164"/>
          <ac:cxnSpMkLst>
            <pc:docMk/>
            <pc:sldMk cId="3922798133" sldId="829"/>
            <ac:cxnSpMk id="41" creationId="{22104432-04EE-6527-0074-9B331C686E80}"/>
          </ac:cxnSpMkLst>
        </pc:cxnChg>
        <pc:cxnChg chg="add mod">
          <ac:chgData name="나종열" userId="5f9a479e-ec78-4342-9635-708b150fb5c1" providerId="ADAL" clId="{6DCA764D-8A6F-45D2-938E-07E5614E9E46}" dt="2025-01-07T05:07:26.687" v="1573" actId="164"/>
          <ac:cxnSpMkLst>
            <pc:docMk/>
            <pc:sldMk cId="3922798133" sldId="829"/>
            <ac:cxnSpMk id="51" creationId="{1045B3CA-EB59-E648-08D9-D5D47F66199D}"/>
          </ac:cxnSpMkLst>
        </pc:cxnChg>
        <pc:cxnChg chg="add mod ord">
          <ac:chgData name="나종열" userId="5f9a479e-ec78-4342-9635-708b150fb5c1" providerId="ADAL" clId="{6DCA764D-8A6F-45D2-938E-07E5614E9E46}" dt="2025-01-07T05:30:53.593" v="2101" actId="165"/>
          <ac:cxnSpMkLst>
            <pc:docMk/>
            <pc:sldMk cId="3922798133" sldId="829"/>
            <ac:cxnSpMk id="63" creationId="{3FC97BE0-65A8-8E16-0C31-7504784AC940}"/>
          </ac:cxnSpMkLst>
        </pc:cxnChg>
        <pc:cxnChg chg="add mod ord">
          <ac:chgData name="나종열" userId="5f9a479e-ec78-4342-9635-708b150fb5c1" providerId="ADAL" clId="{6DCA764D-8A6F-45D2-938E-07E5614E9E46}" dt="2025-01-07T05:30:53.593" v="2101" actId="165"/>
          <ac:cxnSpMkLst>
            <pc:docMk/>
            <pc:sldMk cId="3922798133" sldId="829"/>
            <ac:cxnSpMk id="69" creationId="{A7A3E637-EC4B-29CB-3EC6-B42F261C068F}"/>
          </ac:cxnSpMkLst>
        </pc:cxnChg>
        <pc:cxnChg chg="add mod ord">
          <ac:chgData name="나종열" userId="5f9a479e-ec78-4342-9635-708b150fb5c1" providerId="ADAL" clId="{6DCA764D-8A6F-45D2-938E-07E5614E9E46}" dt="2025-01-07T05:30:53.593" v="2101" actId="165"/>
          <ac:cxnSpMkLst>
            <pc:docMk/>
            <pc:sldMk cId="3922798133" sldId="829"/>
            <ac:cxnSpMk id="71" creationId="{22F6D006-F5E4-5612-48AE-6F3EB68636B6}"/>
          </ac:cxnSpMkLst>
        </pc:cxnChg>
        <pc:cxnChg chg="add mod ord">
          <ac:chgData name="나종열" userId="5f9a479e-ec78-4342-9635-708b150fb5c1" providerId="ADAL" clId="{6DCA764D-8A6F-45D2-938E-07E5614E9E46}" dt="2025-01-07T05:30:53.593" v="2101" actId="165"/>
          <ac:cxnSpMkLst>
            <pc:docMk/>
            <pc:sldMk cId="3922798133" sldId="829"/>
            <ac:cxnSpMk id="73" creationId="{EEFE7B7A-BAB2-419A-DE1F-FCF0DFD33D06}"/>
          </ac:cxnSpMkLst>
        </pc:cxnChg>
      </pc:sldChg>
      <pc:sldChg chg="del">
        <pc:chgData name="나종열" userId="5f9a479e-ec78-4342-9635-708b150fb5c1" providerId="ADAL" clId="{6DCA764D-8A6F-45D2-938E-07E5614E9E46}" dt="2025-01-06T16:30:50.914" v="6" actId="47"/>
        <pc:sldMkLst>
          <pc:docMk/>
          <pc:sldMk cId="3450619012" sldId="830"/>
        </pc:sldMkLst>
      </pc:sldChg>
      <pc:sldChg chg="addSp delSp modSp add mod">
        <pc:chgData name="나종열" userId="5f9a479e-ec78-4342-9635-708b150fb5c1" providerId="ADAL" clId="{6DCA764D-8A6F-45D2-938E-07E5614E9E46}" dt="2025-01-07T06:00:20.873" v="2703" actId="20577"/>
        <pc:sldMkLst>
          <pc:docMk/>
          <pc:sldMk cId="3523911370" sldId="830"/>
        </pc:sldMkLst>
        <pc:spChg chg="mod">
          <ac:chgData name="나종열" userId="5f9a479e-ec78-4342-9635-708b150fb5c1" providerId="ADAL" clId="{6DCA764D-8A6F-45D2-938E-07E5614E9E46}" dt="2025-01-07T06:00:20.873" v="2703" actId="20577"/>
          <ac:spMkLst>
            <pc:docMk/>
            <pc:sldMk cId="3523911370" sldId="830"/>
            <ac:spMk id="2" creationId="{05E83354-BF42-9AA1-5506-22E2A3ECE5F6}"/>
          </ac:spMkLst>
        </pc:spChg>
        <pc:spChg chg="del mod">
          <ac:chgData name="나종열" userId="5f9a479e-ec78-4342-9635-708b150fb5c1" providerId="ADAL" clId="{6DCA764D-8A6F-45D2-938E-07E5614E9E46}" dt="2025-01-07T05:59:04.520" v="2663" actId="478"/>
          <ac:spMkLst>
            <pc:docMk/>
            <pc:sldMk cId="3523911370" sldId="830"/>
            <ac:spMk id="3" creationId="{9801C65A-5EE1-BCDB-5AF1-4B1834FB8A8C}"/>
          </ac:spMkLst>
        </pc:spChg>
        <pc:spChg chg="add mod">
          <ac:chgData name="나종열" userId="5f9a479e-ec78-4342-9635-708b150fb5c1" providerId="ADAL" clId="{6DCA764D-8A6F-45D2-938E-07E5614E9E46}" dt="2025-01-07T05:59:05.263" v="2664"/>
          <ac:spMkLst>
            <pc:docMk/>
            <pc:sldMk cId="3523911370" sldId="830"/>
            <ac:spMk id="6" creationId="{4C21446D-F1E7-C3AA-8D6D-340C4DB2B7DC}"/>
          </ac:spMkLst>
        </pc:spChg>
        <pc:spChg chg="del mod">
          <ac:chgData name="나종열" userId="5f9a479e-ec78-4342-9635-708b150fb5c1" providerId="ADAL" clId="{6DCA764D-8A6F-45D2-938E-07E5614E9E46}" dt="2025-01-07T05:59:53.066" v="2675" actId="478"/>
          <ac:spMkLst>
            <pc:docMk/>
            <pc:sldMk cId="3523911370" sldId="830"/>
            <ac:spMk id="9" creationId="{F6C18E93-96D1-8DD8-CD55-48187359D4A4}"/>
          </ac:spMkLst>
        </pc:spChg>
        <pc:spChg chg="del">
          <ac:chgData name="나종열" userId="5f9a479e-ec78-4342-9635-708b150fb5c1" providerId="ADAL" clId="{6DCA764D-8A6F-45D2-938E-07E5614E9E46}" dt="2025-01-07T05:59:10.956" v="2668" actId="478"/>
          <ac:spMkLst>
            <pc:docMk/>
            <pc:sldMk cId="3523911370" sldId="830"/>
            <ac:spMk id="10" creationId="{A102C89B-DDA2-5AB8-51A8-9877C1861610}"/>
          </ac:spMkLst>
        </pc:spChg>
        <pc:picChg chg="add mod">
          <ac:chgData name="나종열" userId="5f9a479e-ec78-4342-9635-708b150fb5c1" providerId="ADAL" clId="{6DCA764D-8A6F-45D2-938E-07E5614E9E46}" dt="2025-01-07T06:00:15.282" v="2688" actId="1076"/>
          <ac:picMkLst>
            <pc:docMk/>
            <pc:sldMk cId="3523911370" sldId="830"/>
            <ac:picMk id="5" creationId="{FE5DF688-6905-58D1-6260-1630854B1F29}"/>
          </ac:picMkLst>
        </pc:picChg>
        <pc:picChg chg="del">
          <ac:chgData name="나종열" userId="5f9a479e-ec78-4342-9635-708b150fb5c1" providerId="ADAL" clId="{6DCA764D-8A6F-45D2-938E-07E5614E9E46}" dt="2025-01-06T16:32:09.780" v="32" actId="478"/>
          <ac:picMkLst>
            <pc:docMk/>
            <pc:sldMk cId="3523911370" sldId="830"/>
            <ac:picMk id="12" creationId="{8ABEA440-8BEE-C4E0-8A5B-DE487EBD33B5}"/>
          </ac:picMkLst>
        </pc:picChg>
      </pc:sldChg>
      <pc:sldChg chg="addSp delSp modSp add mod ord">
        <pc:chgData name="나종열" userId="5f9a479e-ec78-4342-9635-708b150fb5c1" providerId="ADAL" clId="{6DCA764D-8A6F-45D2-938E-07E5614E9E46}" dt="2025-01-07T06:18:45.140" v="2896" actId="1076"/>
        <pc:sldMkLst>
          <pc:docMk/>
          <pc:sldMk cId="3271570455" sldId="831"/>
        </pc:sldMkLst>
        <pc:spChg chg="del">
          <ac:chgData name="나종열" userId="5f9a479e-ec78-4342-9635-708b150fb5c1" providerId="ADAL" clId="{6DCA764D-8A6F-45D2-938E-07E5614E9E46}" dt="2025-01-07T06:01:43.324" v="2727" actId="478"/>
          <ac:spMkLst>
            <pc:docMk/>
            <pc:sldMk cId="3271570455" sldId="831"/>
            <ac:spMk id="2" creationId="{7EBBC068-B094-9121-7543-D41E0A24766B}"/>
          </ac:spMkLst>
        </pc:spChg>
        <pc:spChg chg="del">
          <ac:chgData name="나종열" userId="5f9a479e-ec78-4342-9635-708b150fb5c1" providerId="ADAL" clId="{6DCA764D-8A6F-45D2-938E-07E5614E9E46}" dt="2025-01-07T05:59:14.108" v="2670" actId="478"/>
          <ac:spMkLst>
            <pc:docMk/>
            <pc:sldMk cId="3271570455" sldId="831"/>
            <ac:spMk id="3" creationId="{E3CF2326-9EAC-B7B5-8DE5-62226BDFA571}"/>
          </ac:spMkLst>
        </pc:spChg>
        <pc:spChg chg="add mod">
          <ac:chgData name="나종열" userId="5f9a479e-ec78-4342-9635-708b150fb5c1" providerId="ADAL" clId="{6DCA764D-8A6F-45D2-938E-07E5614E9E46}" dt="2025-01-07T06:02:16.515" v="2758"/>
          <ac:spMkLst>
            <pc:docMk/>
            <pc:sldMk cId="3271570455" sldId="831"/>
            <ac:spMk id="6" creationId="{938DAC97-4596-BE80-CB1F-FFE84E1C486F}"/>
          </ac:spMkLst>
        </pc:spChg>
        <pc:spChg chg="add mod">
          <ac:chgData name="나종열" userId="5f9a479e-ec78-4342-9635-708b150fb5c1" providerId="ADAL" clId="{6DCA764D-8A6F-45D2-938E-07E5614E9E46}" dt="2025-01-07T06:18:21.634" v="2881" actId="20577"/>
          <ac:spMkLst>
            <pc:docMk/>
            <pc:sldMk cId="3271570455" sldId="831"/>
            <ac:spMk id="7" creationId="{445AA319-E8CB-D2AF-95B8-BE328ACE8F84}"/>
          </ac:spMkLst>
        </pc:spChg>
        <pc:spChg chg="del mod">
          <ac:chgData name="나종열" userId="5f9a479e-ec78-4342-9635-708b150fb5c1" providerId="ADAL" clId="{6DCA764D-8A6F-45D2-938E-07E5614E9E46}" dt="2025-01-07T06:18:39.368" v="2892" actId="478"/>
          <ac:spMkLst>
            <pc:docMk/>
            <pc:sldMk cId="3271570455" sldId="831"/>
            <ac:spMk id="9" creationId="{62BE54E8-901E-5BEF-6FAB-07741305058A}"/>
          </ac:spMkLst>
        </pc:spChg>
        <pc:spChg chg="del">
          <ac:chgData name="나종열" userId="5f9a479e-ec78-4342-9635-708b150fb5c1" providerId="ADAL" clId="{6DCA764D-8A6F-45D2-938E-07E5614E9E46}" dt="2025-01-07T06:00:57.428" v="2722" actId="478"/>
          <ac:spMkLst>
            <pc:docMk/>
            <pc:sldMk cId="3271570455" sldId="831"/>
            <ac:spMk id="10" creationId="{BEA6A309-E61E-C4C9-1C49-5DF01C7A967A}"/>
          </ac:spMkLst>
        </pc:spChg>
        <pc:picChg chg="add mod">
          <ac:chgData name="나종열" userId="5f9a479e-ec78-4342-9635-708b150fb5c1" providerId="ADAL" clId="{6DCA764D-8A6F-45D2-938E-07E5614E9E46}" dt="2025-01-07T06:18:45.140" v="2896" actId="1076"/>
          <ac:picMkLst>
            <pc:docMk/>
            <pc:sldMk cId="3271570455" sldId="831"/>
            <ac:picMk id="5" creationId="{59D4FCB9-FCC2-544C-7AE3-B67A0621D90B}"/>
          </ac:picMkLst>
        </pc:picChg>
      </pc:sldChg>
      <pc:sldChg chg="del">
        <pc:chgData name="나종열" userId="5f9a479e-ec78-4342-9635-708b150fb5c1" providerId="ADAL" clId="{6DCA764D-8A6F-45D2-938E-07E5614E9E46}" dt="2025-01-06T16:30:53.175" v="7" actId="47"/>
        <pc:sldMkLst>
          <pc:docMk/>
          <pc:sldMk cId="3519579862" sldId="831"/>
        </pc:sldMkLst>
      </pc:sldChg>
      <pc:sldChg chg="addSp delSp modSp add mod">
        <pc:chgData name="나종열" userId="5f9a479e-ec78-4342-9635-708b150fb5c1" providerId="ADAL" clId="{6DCA764D-8A6F-45D2-938E-07E5614E9E46}" dt="2025-01-07T06:18:51.391" v="2898" actId="1076"/>
        <pc:sldMkLst>
          <pc:docMk/>
          <pc:sldMk cId="3734494760" sldId="832"/>
        </pc:sldMkLst>
        <pc:spChg chg="del">
          <ac:chgData name="나종열" userId="5f9a479e-ec78-4342-9635-708b150fb5c1" providerId="ADAL" clId="{6DCA764D-8A6F-45D2-938E-07E5614E9E46}" dt="2025-01-07T06:01:45.533" v="2729" actId="478"/>
          <ac:spMkLst>
            <pc:docMk/>
            <pc:sldMk cId="3734494760" sldId="832"/>
            <ac:spMk id="2" creationId="{6FB633D2-4758-3EF8-7A26-7CBA03C51186}"/>
          </ac:spMkLst>
        </pc:spChg>
        <pc:spChg chg="del">
          <ac:chgData name="나종열" userId="5f9a479e-ec78-4342-9635-708b150fb5c1" providerId="ADAL" clId="{6DCA764D-8A6F-45D2-938E-07E5614E9E46}" dt="2025-01-07T05:59:16.819" v="2672" actId="478"/>
          <ac:spMkLst>
            <pc:docMk/>
            <pc:sldMk cId="3734494760" sldId="832"/>
            <ac:spMk id="3" creationId="{4FFC728D-06B1-9171-B4B0-E5E826797982}"/>
          </ac:spMkLst>
        </pc:spChg>
        <pc:spChg chg="add del mod">
          <ac:chgData name="나종열" userId="5f9a479e-ec78-4342-9635-708b150fb5c1" providerId="ADAL" clId="{6DCA764D-8A6F-45D2-938E-07E5614E9E46}" dt="2025-01-07T06:02:29.078" v="2759" actId="478"/>
          <ac:spMkLst>
            <pc:docMk/>
            <pc:sldMk cId="3734494760" sldId="832"/>
            <ac:spMk id="8" creationId="{F47CF23A-3BD0-273F-1D21-EC5BC3B141A2}"/>
          </ac:spMkLst>
        </pc:spChg>
        <pc:spChg chg="del mod">
          <ac:chgData name="나종열" userId="5f9a479e-ec78-4342-9635-708b150fb5c1" providerId="ADAL" clId="{6DCA764D-8A6F-45D2-938E-07E5614E9E46}" dt="2025-01-07T06:18:37.906" v="2891" actId="478"/>
          <ac:spMkLst>
            <pc:docMk/>
            <pc:sldMk cId="3734494760" sldId="832"/>
            <ac:spMk id="9" creationId="{82DF29D9-B58C-CF0F-40E3-F6CB72C710C3}"/>
          </ac:spMkLst>
        </pc:spChg>
        <pc:spChg chg="del">
          <ac:chgData name="나종열" userId="5f9a479e-ec78-4342-9635-708b150fb5c1" providerId="ADAL" clId="{6DCA764D-8A6F-45D2-938E-07E5614E9E46}" dt="2025-01-07T06:01:02.764" v="2724" actId="478"/>
          <ac:spMkLst>
            <pc:docMk/>
            <pc:sldMk cId="3734494760" sldId="832"/>
            <ac:spMk id="10" creationId="{8CA369DC-DFD9-27AC-45DB-F8E9731CD177}"/>
          </ac:spMkLst>
        </pc:spChg>
        <pc:spChg chg="add mod">
          <ac:chgData name="나종열" userId="5f9a479e-ec78-4342-9635-708b150fb5c1" providerId="ADAL" clId="{6DCA764D-8A6F-45D2-938E-07E5614E9E46}" dt="2025-01-07T06:18:35.575" v="2890" actId="20577"/>
          <ac:spMkLst>
            <pc:docMk/>
            <pc:sldMk cId="3734494760" sldId="832"/>
            <ac:spMk id="11" creationId="{4582DC05-D5AB-663C-6C7F-4C662A8E2BA3}"/>
          </ac:spMkLst>
        </pc:spChg>
        <pc:spChg chg="add mod">
          <ac:chgData name="나종열" userId="5f9a479e-ec78-4342-9635-708b150fb5c1" providerId="ADAL" clId="{6DCA764D-8A6F-45D2-938E-07E5614E9E46}" dt="2025-01-07T06:02:29.267" v="2760"/>
          <ac:spMkLst>
            <pc:docMk/>
            <pc:sldMk cId="3734494760" sldId="832"/>
            <ac:spMk id="12" creationId="{D290D77A-7D56-015E-CA8F-964468F732C7}"/>
          </ac:spMkLst>
        </pc:spChg>
        <pc:picChg chg="add del mod">
          <ac:chgData name="나종열" userId="5f9a479e-ec78-4342-9635-708b150fb5c1" providerId="ADAL" clId="{6DCA764D-8A6F-45D2-938E-07E5614E9E46}" dt="2025-01-06T16:34:26.568" v="214" actId="478"/>
          <ac:picMkLst>
            <pc:docMk/>
            <pc:sldMk cId="3734494760" sldId="832"/>
            <ac:picMk id="5" creationId="{CBB499BE-E19A-4469-2E5F-975A34A521DF}"/>
          </ac:picMkLst>
        </pc:picChg>
        <pc:picChg chg="add mod">
          <ac:chgData name="나종열" userId="5f9a479e-ec78-4342-9635-708b150fb5c1" providerId="ADAL" clId="{6DCA764D-8A6F-45D2-938E-07E5614E9E46}" dt="2025-01-07T06:18:51.391" v="2898" actId="1076"/>
          <ac:picMkLst>
            <pc:docMk/>
            <pc:sldMk cId="3734494760" sldId="832"/>
            <ac:picMk id="7" creationId="{2F9E5A9F-364B-B7C0-4AAD-0DA8476B021E}"/>
          </ac:picMkLst>
        </pc:picChg>
      </pc:sldChg>
      <pc:sldChg chg="addSp delSp modSp add mod ord">
        <pc:chgData name="나종열" userId="5f9a479e-ec78-4342-9635-708b150fb5c1" providerId="ADAL" clId="{6DCA764D-8A6F-45D2-938E-07E5614E9E46}" dt="2025-01-07T06:00:43.663" v="2718" actId="1076"/>
        <pc:sldMkLst>
          <pc:docMk/>
          <pc:sldMk cId="3550161756" sldId="833"/>
        </pc:sldMkLst>
        <pc:spChg chg="mod">
          <ac:chgData name="나종열" userId="5f9a479e-ec78-4342-9635-708b150fb5c1" providerId="ADAL" clId="{6DCA764D-8A6F-45D2-938E-07E5614E9E46}" dt="2025-01-07T06:00:33.865" v="2711" actId="20577"/>
          <ac:spMkLst>
            <pc:docMk/>
            <pc:sldMk cId="3550161756" sldId="833"/>
            <ac:spMk id="2" creationId="{2AC4937F-321B-7503-4008-F515283FA092}"/>
          </ac:spMkLst>
        </pc:spChg>
        <pc:spChg chg="del">
          <ac:chgData name="나종열" userId="5f9a479e-ec78-4342-9635-708b150fb5c1" providerId="ADAL" clId="{6DCA764D-8A6F-45D2-938E-07E5614E9E46}" dt="2025-01-07T05:59:07.271" v="2665" actId="478"/>
          <ac:spMkLst>
            <pc:docMk/>
            <pc:sldMk cId="3550161756" sldId="833"/>
            <ac:spMk id="3" creationId="{666C8F73-CA64-ACD9-7079-12339ADDB751}"/>
          </ac:spMkLst>
        </pc:spChg>
        <pc:spChg chg="add mod">
          <ac:chgData name="나종열" userId="5f9a479e-ec78-4342-9635-708b150fb5c1" providerId="ADAL" clId="{6DCA764D-8A6F-45D2-938E-07E5614E9E46}" dt="2025-01-07T05:59:07.981" v="2666"/>
          <ac:spMkLst>
            <pc:docMk/>
            <pc:sldMk cId="3550161756" sldId="833"/>
            <ac:spMk id="6" creationId="{0C0FBA4F-8687-8C26-ED2C-933C30B3A566}"/>
          </ac:spMkLst>
        </pc:spChg>
        <pc:spChg chg="del mod">
          <ac:chgData name="나종열" userId="5f9a479e-ec78-4342-9635-708b150fb5c1" providerId="ADAL" clId="{6DCA764D-8A6F-45D2-938E-07E5614E9E46}" dt="2025-01-07T06:00:34.939" v="2712" actId="478"/>
          <ac:spMkLst>
            <pc:docMk/>
            <pc:sldMk cId="3550161756" sldId="833"/>
            <ac:spMk id="9" creationId="{2BF0C949-8C0B-902B-26FC-A3BA77589F25}"/>
          </ac:spMkLst>
        </pc:spChg>
        <pc:spChg chg="del">
          <ac:chgData name="나종열" userId="5f9a479e-ec78-4342-9635-708b150fb5c1" providerId="ADAL" clId="{6DCA764D-8A6F-45D2-938E-07E5614E9E46}" dt="2025-01-07T05:59:09.557" v="2667" actId="478"/>
          <ac:spMkLst>
            <pc:docMk/>
            <pc:sldMk cId="3550161756" sldId="833"/>
            <ac:spMk id="10" creationId="{24A5D0D5-0B03-B8DB-3D29-BA894AD2FE1B}"/>
          </ac:spMkLst>
        </pc:spChg>
        <pc:picChg chg="add mod">
          <ac:chgData name="나종열" userId="5f9a479e-ec78-4342-9635-708b150fb5c1" providerId="ADAL" clId="{6DCA764D-8A6F-45D2-938E-07E5614E9E46}" dt="2025-01-07T06:00:43.663" v="2718" actId="1076"/>
          <ac:picMkLst>
            <pc:docMk/>
            <pc:sldMk cId="3550161756" sldId="833"/>
            <ac:picMk id="5" creationId="{C3AB5D4F-CB27-59F6-FF8E-139E954E128B}"/>
          </ac:picMkLst>
        </pc:picChg>
      </pc:sldChg>
      <pc:sldChg chg="addSp delSp modSp add mod delAnim modAnim">
        <pc:chgData name="나종열" userId="5f9a479e-ec78-4342-9635-708b150fb5c1" providerId="ADAL" clId="{6DCA764D-8A6F-45D2-938E-07E5614E9E46}" dt="2025-01-07T04:54:42.672" v="1345" actId="165"/>
        <pc:sldMkLst>
          <pc:docMk/>
          <pc:sldMk cId="804784073" sldId="834"/>
        </pc:sldMkLst>
        <pc:spChg chg="del">
          <ac:chgData name="나종열" userId="5f9a479e-ec78-4342-9635-708b150fb5c1" providerId="ADAL" clId="{6DCA764D-8A6F-45D2-938E-07E5614E9E46}" dt="2025-01-07T04:37:01.369" v="956" actId="478"/>
          <ac:spMkLst>
            <pc:docMk/>
            <pc:sldMk cId="804784073" sldId="834"/>
            <ac:spMk id="11" creationId="{862D70CC-4665-074C-F4C5-9CF733E7FEB3}"/>
          </ac:spMkLst>
        </pc:spChg>
        <pc:spChg chg="del">
          <ac:chgData name="나종열" userId="5f9a479e-ec78-4342-9635-708b150fb5c1" providerId="ADAL" clId="{6DCA764D-8A6F-45D2-938E-07E5614E9E46}" dt="2025-01-07T04:37:01.369" v="956" actId="478"/>
          <ac:spMkLst>
            <pc:docMk/>
            <pc:sldMk cId="804784073" sldId="834"/>
            <ac:spMk id="14" creationId="{75FD9188-3A13-D544-514E-CDC42CB02D04}"/>
          </ac:spMkLst>
        </pc:spChg>
        <pc:spChg chg="del">
          <ac:chgData name="나종열" userId="5f9a479e-ec78-4342-9635-708b150fb5c1" providerId="ADAL" clId="{6DCA764D-8A6F-45D2-938E-07E5614E9E46}" dt="2025-01-07T04:37:01.369" v="956" actId="478"/>
          <ac:spMkLst>
            <pc:docMk/>
            <pc:sldMk cId="804784073" sldId="834"/>
            <ac:spMk id="21" creationId="{F1A64386-4255-ECD0-2DF3-E71793100B66}"/>
          </ac:spMkLst>
        </pc:spChg>
        <pc:spChg chg="add mod">
          <ac:chgData name="나종열" userId="5f9a479e-ec78-4342-9635-708b150fb5c1" providerId="ADAL" clId="{6DCA764D-8A6F-45D2-938E-07E5614E9E46}" dt="2025-01-07T04:44:13.172" v="1211" actId="1035"/>
          <ac:spMkLst>
            <pc:docMk/>
            <pc:sldMk cId="804784073" sldId="834"/>
            <ac:spMk id="22" creationId="{2E015368-E96C-449C-020D-8B0427400A93}"/>
          </ac:spMkLst>
        </pc:spChg>
        <pc:spChg chg="add mod">
          <ac:chgData name="나종열" userId="5f9a479e-ec78-4342-9635-708b150fb5c1" providerId="ADAL" clId="{6DCA764D-8A6F-45D2-938E-07E5614E9E46}" dt="2025-01-07T04:44:13.172" v="1211" actId="1035"/>
          <ac:spMkLst>
            <pc:docMk/>
            <pc:sldMk cId="804784073" sldId="834"/>
            <ac:spMk id="24" creationId="{1A0C4AE6-FA61-DE12-20BF-27A52C6BD17B}"/>
          </ac:spMkLst>
        </pc:spChg>
        <pc:spChg chg="add mod topLvl">
          <ac:chgData name="나종열" userId="5f9a479e-ec78-4342-9635-708b150fb5c1" providerId="ADAL" clId="{6DCA764D-8A6F-45D2-938E-07E5614E9E46}" dt="2025-01-07T04:54:42.672" v="1345" actId="165"/>
          <ac:spMkLst>
            <pc:docMk/>
            <pc:sldMk cId="804784073" sldId="834"/>
            <ac:spMk id="25" creationId="{2E32D223-9E6A-D8EB-664F-288A94306CDA}"/>
          </ac:spMkLst>
        </pc:spChg>
        <pc:spChg chg="mod">
          <ac:chgData name="나종열" userId="5f9a479e-ec78-4342-9635-708b150fb5c1" providerId="ADAL" clId="{6DCA764D-8A6F-45D2-938E-07E5614E9E46}" dt="2025-01-07T04:41:04.631" v="1168" actId="20577"/>
          <ac:spMkLst>
            <pc:docMk/>
            <pc:sldMk cId="804784073" sldId="834"/>
            <ac:spMk id="28" creationId="{031078C5-DC34-040C-99DA-4AA08892B1C0}"/>
          </ac:spMkLst>
        </pc:spChg>
        <pc:spChg chg="add mod topLvl">
          <ac:chgData name="나종열" userId="5f9a479e-ec78-4342-9635-708b150fb5c1" providerId="ADAL" clId="{6DCA764D-8A6F-45D2-938E-07E5614E9E46}" dt="2025-01-07T04:54:42.672" v="1345" actId="165"/>
          <ac:spMkLst>
            <pc:docMk/>
            <pc:sldMk cId="804784073" sldId="834"/>
            <ac:spMk id="29" creationId="{A01414F4-E28D-684E-7346-BF4E5EE26F07}"/>
          </ac:spMkLst>
        </pc:spChg>
        <pc:spChg chg="add del mod">
          <ac:chgData name="나종열" userId="5f9a479e-ec78-4342-9635-708b150fb5c1" providerId="ADAL" clId="{6DCA764D-8A6F-45D2-938E-07E5614E9E46}" dt="2025-01-07T04:41:47.613" v="1178" actId="478"/>
          <ac:spMkLst>
            <pc:docMk/>
            <pc:sldMk cId="804784073" sldId="834"/>
            <ac:spMk id="37" creationId="{012EEA73-5BE4-66BF-2424-2374C5A33382}"/>
          </ac:spMkLst>
        </pc:spChg>
        <pc:spChg chg="add mod">
          <ac:chgData name="나종열" userId="5f9a479e-ec78-4342-9635-708b150fb5c1" providerId="ADAL" clId="{6DCA764D-8A6F-45D2-938E-07E5614E9E46}" dt="2025-01-07T04:44:13.172" v="1211" actId="1035"/>
          <ac:spMkLst>
            <pc:docMk/>
            <pc:sldMk cId="804784073" sldId="834"/>
            <ac:spMk id="39" creationId="{78633DDD-386A-8A9C-1C76-8DCAEB4374E4}"/>
          </ac:spMkLst>
        </pc:spChg>
        <pc:spChg chg="add del mod">
          <ac:chgData name="나종열" userId="5f9a479e-ec78-4342-9635-708b150fb5c1" providerId="ADAL" clId="{6DCA764D-8A6F-45D2-938E-07E5614E9E46}" dt="2025-01-07T04:42:49.467" v="1197" actId="478"/>
          <ac:spMkLst>
            <pc:docMk/>
            <pc:sldMk cId="804784073" sldId="834"/>
            <ac:spMk id="41" creationId="{C8DF747F-43F8-1BAF-C8EE-5A625E6501E4}"/>
          </ac:spMkLst>
        </pc:spChg>
        <pc:spChg chg="add mod">
          <ac:chgData name="나종열" userId="5f9a479e-ec78-4342-9635-708b150fb5c1" providerId="ADAL" clId="{6DCA764D-8A6F-45D2-938E-07E5614E9E46}" dt="2025-01-07T04:44:13.172" v="1211" actId="1035"/>
          <ac:spMkLst>
            <pc:docMk/>
            <pc:sldMk cId="804784073" sldId="834"/>
            <ac:spMk id="42" creationId="{2B4050D7-FADE-3CD5-B158-6CE020E7D64A}"/>
          </ac:spMkLst>
        </pc:spChg>
        <pc:grpChg chg="add mod">
          <ac:chgData name="나종열" userId="5f9a479e-ec78-4342-9635-708b150fb5c1" providerId="ADAL" clId="{6DCA764D-8A6F-45D2-938E-07E5614E9E46}" dt="2025-01-07T04:54:42.672" v="1345" actId="165"/>
          <ac:grpSpMkLst>
            <pc:docMk/>
            <pc:sldMk cId="804784073" sldId="834"/>
            <ac:grpSpMk id="7" creationId="{3875EBE4-50FD-B793-3BF5-89B5250992E7}"/>
          </ac:grpSpMkLst>
        </pc:grpChg>
        <pc:grpChg chg="del">
          <ac:chgData name="나종열" userId="5f9a479e-ec78-4342-9635-708b150fb5c1" providerId="ADAL" clId="{6DCA764D-8A6F-45D2-938E-07E5614E9E46}" dt="2025-01-07T04:37:01.369" v="956" actId="478"/>
          <ac:grpSpMkLst>
            <pc:docMk/>
            <pc:sldMk cId="804784073" sldId="834"/>
            <ac:grpSpMk id="9" creationId="{8035D6D2-D258-5C6A-BFD8-9B3B0F2319F7}"/>
          </ac:grpSpMkLst>
        </pc:grpChg>
        <pc:grpChg chg="add mod topLvl">
          <ac:chgData name="나종열" userId="5f9a479e-ec78-4342-9635-708b150fb5c1" providerId="ADAL" clId="{6DCA764D-8A6F-45D2-938E-07E5614E9E46}" dt="2025-01-07T04:54:42.672" v="1345" actId="165"/>
          <ac:grpSpMkLst>
            <pc:docMk/>
            <pc:sldMk cId="804784073" sldId="834"/>
            <ac:grpSpMk id="20" creationId="{4DF3CCA6-873E-F851-FF3D-3AFB94839F32}"/>
          </ac:grpSpMkLst>
        </pc:grpChg>
        <pc:grpChg chg="add del mod">
          <ac:chgData name="나종열" userId="5f9a479e-ec78-4342-9635-708b150fb5c1" providerId="ADAL" clId="{6DCA764D-8A6F-45D2-938E-07E5614E9E46}" dt="2025-01-07T04:54:42.672" v="1345" actId="165"/>
          <ac:grpSpMkLst>
            <pc:docMk/>
            <pc:sldMk cId="804784073" sldId="834"/>
            <ac:grpSpMk id="32" creationId="{4D691856-AEE8-0680-9FC0-520A1336A648}"/>
          </ac:grpSpMkLst>
        </pc:grpChg>
        <pc:picChg chg="add mod">
          <ac:chgData name="나종열" userId="5f9a479e-ec78-4342-9635-708b150fb5c1" providerId="ADAL" clId="{6DCA764D-8A6F-45D2-938E-07E5614E9E46}" dt="2025-01-07T04:54:42.672" v="1345" actId="165"/>
          <ac:picMkLst>
            <pc:docMk/>
            <pc:sldMk cId="804784073" sldId="834"/>
            <ac:picMk id="6" creationId="{F61C62F2-C5DA-275F-7D57-EC4949CEABF7}"/>
          </ac:picMkLst>
        </pc:picChg>
        <pc:picChg chg="add mod">
          <ac:chgData name="나종열" userId="5f9a479e-ec78-4342-9635-708b150fb5c1" providerId="ADAL" clId="{6DCA764D-8A6F-45D2-938E-07E5614E9E46}" dt="2025-01-07T04:44:13.172" v="1211" actId="1035"/>
          <ac:picMkLst>
            <pc:docMk/>
            <pc:sldMk cId="804784073" sldId="834"/>
            <ac:picMk id="35" creationId="{85AE0EF6-A466-65C8-8C61-3A421B2307AE}"/>
          </ac:picMkLst>
        </pc:pic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0" creationId="{0F47DCB7-B724-2B85-40D0-379383C46A62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2" creationId="{DA31BC2B-4240-F154-30B4-9110B4498CEA}"/>
          </ac:cxnSpMkLst>
        </pc:cxnChg>
        <pc:cxnChg chg="del mod">
          <ac:chgData name="나종열" userId="5f9a479e-ec78-4342-9635-708b150fb5c1" providerId="ADAL" clId="{6DCA764D-8A6F-45D2-938E-07E5614E9E46}" dt="2025-01-07T04:37:01.369" v="956" actId="478"/>
          <ac:cxnSpMkLst>
            <pc:docMk/>
            <pc:sldMk cId="804784073" sldId="834"/>
            <ac:cxnSpMk id="13" creationId="{661CE209-9C6A-FC06-3BDA-B5238D3EB184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5" creationId="{E43B31A8-FDB3-EE33-8907-EDB03CE5780F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6" creationId="{9FBBC7A8-4804-A2EA-57AB-397D8AB6301F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7" creationId="{565C59EA-7DCA-1C2A-FDAC-9718C30B3B6A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8" creationId="{FEC4BEC0-50A2-1E6A-ECDC-F96C27AFED85}"/>
          </ac:cxnSpMkLst>
        </pc:cxnChg>
        <pc:cxnChg chg="mod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19" creationId="{E2238C97-4362-87AA-8A17-BE795D75E966}"/>
          </ac:cxnSpMkLst>
        </pc:cxnChg>
        <pc:cxnChg chg="del mod">
          <ac:chgData name="나종열" userId="5f9a479e-ec78-4342-9635-708b150fb5c1" providerId="ADAL" clId="{6DCA764D-8A6F-45D2-938E-07E5614E9E46}" dt="2025-01-07T04:37:01.369" v="956" actId="478"/>
          <ac:cxnSpMkLst>
            <pc:docMk/>
            <pc:sldMk cId="804784073" sldId="834"/>
            <ac:cxnSpMk id="23" creationId="{B10BFACA-9A82-FF45-B192-9E9B37D2C069}"/>
          </ac:cxnSpMkLst>
        </pc:cxnChg>
        <pc:cxnChg chg="add mod topLvl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26" creationId="{76C912B6-408F-4C92-8B3C-78B163D7D317}"/>
          </ac:cxnSpMkLst>
        </pc:cxnChg>
        <pc:cxnChg chg="add mod topLvl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30" creationId="{5E082DC4-0263-EDEE-47FB-6F6EC2AD3D2F}"/>
          </ac:cxnSpMkLst>
        </pc:cxnChg>
        <pc:cxnChg chg="add mod topLvl">
          <ac:chgData name="나종열" userId="5f9a479e-ec78-4342-9635-708b150fb5c1" providerId="ADAL" clId="{6DCA764D-8A6F-45D2-938E-07E5614E9E46}" dt="2025-01-07T04:54:42.672" v="1345" actId="165"/>
          <ac:cxnSpMkLst>
            <pc:docMk/>
            <pc:sldMk cId="804784073" sldId="834"/>
            <ac:cxnSpMk id="31" creationId="{D8E0F3C3-596E-2835-AABF-84088CFCDA7C}"/>
          </ac:cxnSpMkLst>
        </pc:cxnChg>
        <pc:cxnChg chg="add mod">
          <ac:chgData name="나종열" userId="5f9a479e-ec78-4342-9635-708b150fb5c1" providerId="ADAL" clId="{6DCA764D-8A6F-45D2-938E-07E5614E9E46}" dt="2025-01-07T04:44:13.172" v="1211" actId="1035"/>
          <ac:cxnSpMkLst>
            <pc:docMk/>
            <pc:sldMk cId="804784073" sldId="834"/>
            <ac:cxnSpMk id="34" creationId="{92956929-F6BF-F46C-C0D8-9B31E496D58E}"/>
          </ac:cxnSpMkLst>
        </pc:cxnChg>
      </pc:sldChg>
      <pc:sldChg chg="addSp delSp modSp add mod">
        <pc:chgData name="나종열" userId="5f9a479e-ec78-4342-9635-708b150fb5c1" providerId="ADAL" clId="{6DCA764D-8A6F-45D2-938E-07E5614E9E46}" dt="2025-01-07T06:14:59.579" v="2841" actId="20577"/>
        <pc:sldMkLst>
          <pc:docMk/>
          <pc:sldMk cId="1384232180" sldId="835"/>
        </pc:sldMkLst>
        <pc:spChg chg="del">
          <ac:chgData name="나종열" userId="5f9a479e-ec78-4342-9635-708b150fb5c1" providerId="ADAL" clId="{6DCA764D-8A6F-45D2-938E-07E5614E9E46}" dt="2025-01-07T05:37:47.448" v="2109" actId="478"/>
          <ac:spMkLst>
            <pc:docMk/>
            <pc:sldMk cId="1384232180" sldId="835"/>
            <ac:spMk id="5" creationId="{8439E9B1-6151-508A-6628-0762CFAA7313}"/>
          </ac:spMkLst>
        </pc:spChg>
        <pc:spChg chg="del">
          <ac:chgData name="나종열" userId="5f9a479e-ec78-4342-9635-708b150fb5c1" providerId="ADAL" clId="{6DCA764D-8A6F-45D2-938E-07E5614E9E46}" dt="2025-01-07T05:47:18.210" v="2457" actId="478"/>
          <ac:spMkLst>
            <pc:docMk/>
            <pc:sldMk cId="1384232180" sldId="835"/>
            <ac:spMk id="7" creationId="{0024F6B1-0E96-FA2D-CC98-9E7C25631B6F}"/>
          </ac:spMkLst>
        </pc:spChg>
        <pc:spChg chg="del">
          <ac:chgData name="나종열" userId="5f9a479e-ec78-4342-9635-708b150fb5c1" providerId="ADAL" clId="{6DCA764D-8A6F-45D2-938E-07E5614E9E46}" dt="2025-01-07T05:37:52.373" v="2113" actId="478"/>
          <ac:spMkLst>
            <pc:docMk/>
            <pc:sldMk cId="1384232180" sldId="835"/>
            <ac:spMk id="8" creationId="{6B163BF7-DFF1-3B1A-0ECD-60915D545712}"/>
          </ac:spMkLst>
        </pc:spChg>
        <pc:spChg chg="add del mod">
          <ac:chgData name="나종열" userId="5f9a479e-ec78-4342-9635-708b150fb5c1" providerId="ADAL" clId="{6DCA764D-8A6F-45D2-938E-07E5614E9E46}" dt="2025-01-07T05:43:26.281" v="2336" actId="478"/>
          <ac:spMkLst>
            <pc:docMk/>
            <pc:sldMk cId="1384232180" sldId="835"/>
            <ac:spMk id="9" creationId="{5A065EE6-AD99-6C0A-EB1A-9759ED096D17}"/>
          </ac:spMkLst>
        </pc:spChg>
        <pc:spChg chg="add del">
          <ac:chgData name="나종열" userId="5f9a479e-ec78-4342-9635-708b150fb5c1" providerId="ADAL" clId="{6DCA764D-8A6F-45D2-938E-07E5614E9E46}" dt="2025-01-07T05:42:01.536" v="2279" actId="22"/>
          <ac:spMkLst>
            <pc:docMk/>
            <pc:sldMk cId="1384232180" sldId="835"/>
            <ac:spMk id="12" creationId="{435EA02A-D704-5A90-B6C8-D33F59BDB9C8}"/>
          </ac:spMkLst>
        </pc:spChg>
        <pc:spChg chg="add mod">
          <ac:chgData name="나종열" userId="5f9a479e-ec78-4342-9635-708b150fb5c1" providerId="ADAL" clId="{6DCA764D-8A6F-45D2-938E-07E5614E9E46}" dt="2025-01-07T05:43:29.368" v="2338" actId="1076"/>
          <ac:spMkLst>
            <pc:docMk/>
            <pc:sldMk cId="1384232180" sldId="835"/>
            <ac:spMk id="13" creationId="{36450A8D-BCF2-6872-E3F3-1C6D35F7618B}"/>
          </ac:spMkLst>
        </pc:spChg>
        <pc:spChg chg="add del">
          <ac:chgData name="나종열" userId="5f9a479e-ec78-4342-9635-708b150fb5c1" providerId="ADAL" clId="{6DCA764D-8A6F-45D2-938E-07E5614E9E46}" dt="2025-01-07T05:44:57.510" v="2360" actId="22"/>
          <ac:spMkLst>
            <pc:docMk/>
            <pc:sldMk cId="1384232180" sldId="835"/>
            <ac:spMk id="15" creationId="{46E5CDDA-9762-78B3-4925-6EE62C8B17F8}"/>
          </ac:spMkLst>
        </pc:spChg>
        <pc:spChg chg="add mod">
          <ac:chgData name="나종열" userId="5f9a479e-ec78-4342-9635-708b150fb5c1" providerId="ADAL" clId="{6DCA764D-8A6F-45D2-938E-07E5614E9E46}" dt="2025-01-07T05:46:03.821" v="2376" actId="164"/>
          <ac:spMkLst>
            <pc:docMk/>
            <pc:sldMk cId="1384232180" sldId="835"/>
            <ac:spMk id="22" creationId="{14D4A8DD-5FBF-C871-BE1C-4DD56D7FDCD3}"/>
          </ac:spMkLst>
        </pc:spChg>
        <pc:spChg chg="add mod">
          <ac:chgData name="나종열" userId="5f9a479e-ec78-4342-9635-708b150fb5c1" providerId="ADAL" clId="{6DCA764D-8A6F-45D2-938E-07E5614E9E46}" dt="2025-01-07T05:46:21.425" v="2388" actId="164"/>
          <ac:spMkLst>
            <pc:docMk/>
            <pc:sldMk cId="1384232180" sldId="835"/>
            <ac:spMk id="24" creationId="{BEFED20D-5FA5-A11D-9008-238E8CC1C3D7}"/>
          </ac:spMkLst>
        </pc:spChg>
        <pc:spChg chg="add mod">
          <ac:chgData name="나종열" userId="5f9a479e-ec78-4342-9635-708b150fb5c1" providerId="ADAL" clId="{6DCA764D-8A6F-45D2-938E-07E5614E9E46}" dt="2025-01-07T05:46:21.425" v="2388" actId="164"/>
          <ac:spMkLst>
            <pc:docMk/>
            <pc:sldMk cId="1384232180" sldId="835"/>
            <ac:spMk id="25" creationId="{021C3398-7035-0BB0-C300-F918DE6A9551}"/>
          </ac:spMkLst>
        </pc:spChg>
        <pc:spChg chg="add mod">
          <ac:chgData name="나종열" userId="5f9a479e-ec78-4342-9635-708b150fb5c1" providerId="ADAL" clId="{6DCA764D-8A6F-45D2-938E-07E5614E9E46}" dt="2025-01-07T05:48:39.166" v="2515" actId="1076"/>
          <ac:spMkLst>
            <pc:docMk/>
            <pc:sldMk cId="1384232180" sldId="835"/>
            <ac:spMk id="28" creationId="{C27B1843-54FA-395C-7750-5E9F0646C83D}"/>
          </ac:spMkLst>
        </pc:spChg>
        <pc:spChg chg="add mod">
          <ac:chgData name="나종열" userId="5f9a479e-ec78-4342-9635-708b150fb5c1" providerId="ADAL" clId="{6DCA764D-8A6F-45D2-938E-07E5614E9E46}" dt="2025-01-07T05:51:13.405" v="2555" actId="113"/>
          <ac:spMkLst>
            <pc:docMk/>
            <pc:sldMk cId="1384232180" sldId="835"/>
            <ac:spMk id="31" creationId="{7EA787F4-882F-09BE-2891-BF772176442D}"/>
          </ac:spMkLst>
        </pc:spChg>
        <pc:spChg chg="add mod">
          <ac:chgData name="나종열" userId="5f9a479e-ec78-4342-9635-708b150fb5c1" providerId="ADAL" clId="{6DCA764D-8A6F-45D2-938E-07E5614E9E46}" dt="2025-01-07T06:14:59.579" v="2841" actId="20577"/>
          <ac:spMkLst>
            <pc:docMk/>
            <pc:sldMk cId="1384232180" sldId="835"/>
            <ac:spMk id="33" creationId="{D066E16A-D3F5-3CA5-2CD6-280C880EB6F1}"/>
          </ac:spMkLst>
        </pc:spChg>
        <pc:grpChg chg="add mod">
          <ac:chgData name="나종열" userId="5f9a479e-ec78-4342-9635-708b150fb5c1" providerId="ADAL" clId="{6DCA764D-8A6F-45D2-938E-07E5614E9E46}" dt="2025-01-07T06:13:37.989" v="2817" actId="1076"/>
          <ac:grpSpMkLst>
            <pc:docMk/>
            <pc:sldMk cId="1384232180" sldId="835"/>
            <ac:grpSpMk id="23" creationId="{AF118341-4781-94AA-9308-5418FC82E893}"/>
          </ac:grpSpMkLst>
        </pc:grpChg>
        <pc:grpChg chg="add mod">
          <ac:chgData name="나종열" userId="5f9a479e-ec78-4342-9635-708b150fb5c1" providerId="ADAL" clId="{6DCA764D-8A6F-45D2-938E-07E5614E9E46}" dt="2025-01-07T05:48:39.166" v="2515" actId="1076"/>
          <ac:grpSpMkLst>
            <pc:docMk/>
            <pc:sldMk cId="1384232180" sldId="835"/>
            <ac:grpSpMk id="26" creationId="{3B752191-299C-5E57-12C1-407F63349F3D}"/>
          </ac:grpSpMkLst>
        </pc:grpChg>
        <pc:picChg chg="del">
          <ac:chgData name="나종열" userId="5f9a479e-ec78-4342-9635-708b150fb5c1" providerId="ADAL" clId="{6DCA764D-8A6F-45D2-938E-07E5614E9E46}" dt="2025-01-07T05:37:46.567" v="2108" actId="478"/>
          <ac:picMkLst>
            <pc:docMk/>
            <pc:sldMk cId="1384232180" sldId="835"/>
            <ac:picMk id="6" creationId="{C95F6449-51BA-1119-2960-3BBAEA01028A}"/>
          </ac:picMkLst>
        </pc:picChg>
        <pc:picChg chg="mod">
          <ac:chgData name="나종열" userId="5f9a479e-ec78-4342-9635-708b150fb5c1" providerId="ADAL" clId="{6DCA764D-8A6F-45D2-938E-07E5614E9E46}" dt="2025-01-07T05:37:50.658" v="2112" actId="1076"/>
          <ac:picMkLst>
            <pc:docMk/>
            <pc:sldMk cId="1384232180" sldId="835"/>
            <ac:picMk id="10" creationId="{37767563-8A0A-00F3-8615-617BACC7BCB6}"/>
          </ac:picMkLst>
        </pc:picChg>
        <pc:picChg chg="add mod">
          <ac:chgData name="나종열" userId="5f9a479e-ec78-4342-9635-708b150fb5c1" providerId="ADAL" clId="{6DCA764D-8A6F-45D2-938E-07E5614E9E46}" dt="2025-01-07T05:46:21.425" v="2388" actId="164"/>
          <ac:picMkLst>
            <pc:docMk/>
            <pc:sldMk cId="1384232180" sldId="835"/>
            <ac:picMk id="17" creationId="{5A4B7DD8-B673-EFF2-E5A1-2CB8138E33AB}"/>
          </ac:picMkLst>
        </pc:picChg>
        <pc:picChg chg="add mod">
          <ac:chgData name="나종열" userId="5f9a479e-ec78-4342-9635-708b150fb5c1" providerId="ADAL" clId="{6DCA764D-8A6F-45D2-938E-07E5614E9E46}" dt="2025-01-07T05:48:39.166" v="2515" actId="1076"/>
          <ac:picMkLst>
            <pc:docMk/>
            <pc:sldMk cId="1384232180" sldId="835"/>
            <ac:picMk id="19" creationId="{81458230-4AFB-BB7B-7E18-B31E9418726D}"/>
          </ac:picMkLst>
        </pc:picChg>
        <pc:picChg chg="add mod">
          <ac:chgData name="나종열" userId="5f9a479e-ec78-4342-9635-708b150fb5c1" providerId="ADAL" clId="{6DCA764D-8A6F-45D2-938E-07E5614E9E46}" dt="2025-01-07T05:48:22.582" v="2512" actId="1076"/>
          <ac:picMkLst>
            <pc:docMk/>
            <pc:sldMk cId="1384232180" sldId="835"/>
            <ac:picMk id="21" creationId="{FB42A8CB-83B6-F959-BFB0-83FC3FEB571E}"/>
          </ac:picMkLst>
        </pc:picChg>
        <pc:picChg chg="add del mod">
          <ac:chgData name="나종열" userId="5f9a479e-ec78-4342-9635-708b150fb5c1" providerId="ADAL" clId="{6DCA764D-8A6F-45D2-938E-07E5614E9E46}" dt="2025-01-07T05:43:35.611" v="2339" actId="21"/>
          <ac:picMkLst>
            <pc:docMk/>
            <pc:sldMk cId="1384232180" sldId="835"/>
            <ac:picMk id="1026" creationId="{2BEE4BD6-C978-4C94-A02F-A9047F17133C}"/>
          </ac:picMkLst>
        </pc:picChg>
        <pc:cxnChg chg="add mod">
          <ac:chgData name="나종열" userId="5f9a479e-ec78-4342-9635-708b150fb5c1" providerId="ADAL" clId="{6DCA764D-8A6F-45D2-938E-07E5614E9E46}" dt="2025-01-07T05:48:39.166" v="2515" actId="1076"/>
          <ac:cxnSpMkLst>
            <pc:docMk/>
            <pc:sldMk cId="1384232180" sldId="835"/>
            <ac:cxnSpMk id="30" creationId="{7619D48C-0BB1-46DC-6EA4-9ABCC403F02B}"/>
          </ac:cxnSpMkLst>
        </pc:cxnChg>
        <pc:cxnChg chg="add del mod">
          <ac:chgData name="나종열" userId="5f9a479e-ec78-4342-9635-708b150fb5c1" providerId="ADAL" clId="{6DCA764D-8A6F-45D2-938E-07E5614E9E46}" dt="2025-01-07T06:13:24.647" v="2815" actId="478"/>
          <ac:cxnSpMkLst>
            <pc:docMk/>
            <pc:sldMk cId="1384232180" sldId="835"/>
            <ac:cxnSpMk id="32" creationId="{509CD45E-2A33-DC9F-9A1C-D124A96AC4AE}"/>
          </ac:cxnSpMkLst>
        </pc:cxnChg>
      </pc:sldChg>
      <pc:sldChg chg="addSp delSp modSp add mod">
        <pc:chgData name="나종열" userId="5f9a479e-ec78-4342-9635-708b150fb5c1" providerId="ADAL" clId="{6DCA764D-8A6F-45D2-938E-07E5614E9E46}" dt="2025-01-07T05:51:25.120" v="2557" actId="1076"/>
        <pc:sldMkLst>
          <pc:docMk/>
          <pc:sldMk cId="4073544925" sldId="836"/>
        </pc:sldMkLst>
        <pc:spChg chg="del">
          <ac:chgData name="나종열" userId="5f9a479e-ec78-4342-9635-708b150fb5c1" providerId="ADAL" clId="{6DCA764D-8A6F-45D2-938E-07E5614E9E46}" dt="2025-01-07T05:51:22.325" v="2556" actId="478"/>
          <ac:spMkLst>
            <pc:docMk/>
            <pc:sldMk cId="4073544925" sldId="836"/>
            <ac:spMk id="7" creationId="{6032310D-F719-F391-9786-F36356B51C7C}"/>
          </ac:spMkLst>
        </pc:spChg>
        <pc:spChg chg="add mod">
          <ac:chgData name="나종열" userId="5f9a479e-ec78-4342-9635-708b150fb5c1" providerId="ADAL" clId="{6DCA764D-8A6F-45D2-938E-07E5614E9E46}" dt="2025-01-07T05:51:25.120" v="2557" actId="1076"/>
          <ac:spMkLst>
            <pc:docMk/>
            <pc:sldMk cId="4073544925" sldId="836"/>
            <ac:spMk id="8" creationId="{B4D8633D-F44E-43CE-4789-3D770AD40B68}"/>
          </ac:spMkLst>
        </pc:spChg>
        <pc:spChg chg="del mod">
          <ac:chgData name="나종열" userId="5f9a479e-ec78-4342-9635-708b150fb5c1" providerId="ADAL" clId="{6DCA764D-8A6F-45D2-938E-07E5614E9E46}" dt="2025-01-07T05:43:24.192" v="2335" actId="21"/>
          <ac:spMkLst>
            <pc:docMk/>
            <pc:sldMk cId="4073544925" sldId="836"/>
            <ac:spMk id="9" creationId="{36450A8D-BCF2-6872-E3F3-1C6D35F7618B}"/>
          </ac:spMkLst>
        </pc:spChg>
        <pc:spChg chg="add mod">
          <ac:chgData name="나종열" userId="5f9a479e-ec78-4342-9635-708b150fb5c1" providerId="ADAL" clId="{6DCA764D-8A6F-45D2-938E-07E5614E9E46}" dt="2025-01-07T05:44:15.837" v="2358" actId="14100"/>
          <ac:spMkLst>
            <pc:docMk/>
            <pc:sldMk cId="4073544925" sldId="836"/>
            <ac:spMk id="11" creationId="{8FF80A69-7447-021D-55CA-A9D56FF81D83}"/>
          </ac:spMkLst>
        </pc:spChg>
        <pc:picChg chg="add mod modCrop">
          <ac:chgData name="나종열" userId="5f9a479e-ec78-4342-9635-708b150fb5c1" providerId="ADAL" clId="{6DCA764D-8A6F-45D2-938E-07E5614E9E46}" dt="2025-01-07T05:43:39.406" v="2343" actId="1076"/>
          <ac:picMkLst>
            <pc:docMk/>
            <pc:sldMk cId="4073544925" sldId="836"/>
            <ac:picMk id="5" creationId="{2E4CD37B-A1D0-E11F-AF33-EEBCB80AE870}"/>
          </ac:picMkLst>
        </pc:picChg>
        <pc:picChg chg="add mod">
          <ac:chgData name="나종열" userId="5f9a479e-ec78-4342-9635-708b150fb5c1" providerId="ADAL" clId="{6DCA764D-8A6F-45D2-938E-07E5614E9E46}" dt="2025-01-07T05:51:25.120" v="2557" actId="1076"/>
          <ac:picMkLst>
            <pc:docMk/>
            <pc:sldMk cId="4073544925" sldId="836"/>
            <ac:picMk id="6" creationId="{2BEE4BD6-C978-4C94-A02F-A9047F17133C}"/>
          </ac:picMkLst>
        </pc:picChg>
        <pc:picChg chg="del">
          <ac:chgData name="나종열" userId="5f9a479e-ec78-4342-9635-708b150fb5c1" providerId="ADAL" clId="{6DCA764D-8A6F-45D2-938E-07E5614E9E46}" dt="2025-01-07T05:42:04.769" v="2281" actId="478"/>
          <ac:picMkLst>
            <pc:docMk/>
            <pc:sldMk cId="4073544925" sldId="836"/>
            <ac:picMk id="10" creationId="{70CFA245-9A9C-32C6-C242-E2518C1E7C97}"/>
          </ac:picMkLst>
        </pc:picChg>
        <pc:picChg chg="del">
          <ac:chgData name="나종열" userId="5f9a479e-ec78-4342-9635-708b150fb5c1" providerId="ADAL" clId="{6DCA764D-8A6F-45D2-938E-07E5614E9E46}" dt="2025-01-07T05:42:05.069" v="2282" actId="478"/>
          <ac:picMkLst>
            <pc:docMk/>
            <pc:sldMk cId="4073544925" sldId="836"/>
            <ac:picMk id="1026" creationId="{D5A0BBDB-FDD3-A7BE-8AD1-594D92A0F7EE}"/>
          </ac:picMkLst>
        </pc:picChg>
      </pc:sldChg>
      <pc:sldChg chg="addSp delSp modSp add mod">
        <pc:chgData name="나종열" userId="5f9a479e-ec78-4342-9635-708b150fb5c1" providerId="ADAL" clId="{6DCA764D-8A6F-45D2-938E-07E5614E9E46}" dt="2025-01-07T05:54:54.460" v="2608" actId="1076"/>
        <pc:sldMkLst>
          <pc:docMk/>
          <pc:sldMk cId="729334670" sldId="837"/>
        </pc:sldMkLst>
        <pc:spChg chg="add del">
          <ac:chgData name="나종열" userId="5f9a479e-ec78-4342-9635-708b150fb5c1" providerId="ADAL" clId="{6DCA764D-8A6F-45D2-938E-07E5614E9E46}" dt="2025-01-07T05:52:46.812" v="2569" actId="478"/>
          <ac:spMkLst>
            <pc:docMk/>
            <pc:sldMk cId="729334670" sldId="837"/>
            <ac:spMk id="2" creationId="{A587DD7C-F8CE-3822-69BF-D8ACED8AAE72}"/>
          </ac:spMkLst>
        </pc:spChg>
        <pc:spChg chg="del">
          <ac:chgData name="나종열" userId="5f9a479e-ec78-4342-9635-708b150fb5c1" providerId="ADAL" clId="{6DCA764D-8A6F-45D2-938E-07E5614E9E46}" dt="2025-01-07T05:52:10.519" v="2561" actId="478"/>
          <ac:spMkLst>
            <pc:docMk/>
            <pc:sldMk cId="729334670" sldId="837"/>
            <ac:spMk id="3" creationId="{FAAD87AE-46BD-6A87-0FF7-65E708EF7E6E}"/>
          </ac:spMkLst>
        </pc:spChg>
        <pc:spChg chg="add mod">
          <ac:chgData name="나종열" userId="5f9a479e-ec78-4342-9635-708b150fb5c1" providerId="ADAL" clId="{6DCA764D-8A6F-45D2-938E-07E5614E9E46}" dt="2025-01-07T05:52:11.182" v="2562"/>
          <ac:spMkLst>
            <pc:docMk/>
            <pc:sldMk cId="729334670" sldId="837"/>
            <ac:spMk id="4" creationId="{BA5D2548-6105-7A44-6FA1-BE431BB915FB}"/>
          </ac:spMkLst>
        </pc:spChg>
        <pc:spChg chg="add mod">
          <ac:chgData name="나종열" userId="5f9a479e-ec78-4342-9635-708b150fb5c1" providerId="ADAL" clId="{6DCA764D-8A6F-45D2-938E-07E5614E9E46}" dt="2025-01-07T05:52:54.123" v="2573" actId="20577"/>
          <ac:spMkLst>
            <pc:docMk/>
            <pc:sldMk cId="729334670" sldId="837"/>
            <ac:spMk id="7" creationId="{E75E3659-31B8-E508-99D0-C8A50025311D}"/>
          </ac:spMkLst>
        </pc:spChg>
        <pc:spChg chg="add del">
          <ac:chgData name="나종열" userId="5f9a479e-ec78-4342-9635-708b150fb5c1" providerId="ADAL" clId="{6DCA764D-8A6F-45D2-938E-07E5614E9E46}" dt="2025-01-07T05:53:12.109" v="2576" actId="478"/>
          <ac:spMkLst>
            <pc:docMk/>
            <pc:sldMk cId="729334670" sldId="837"/>
            <ac:spMk id="8" creationId="{62F1F9E2-31FC-08FE-5A85-C157B998507A}"/>
          </ac:spMkLst>
        </pc:spChg>
        <pc:spChg chg="add mod">
          <ac:chgData name="나종열" userId="5f9a479e-ec78-4342-9635-708b150fb5c1" providerId="ADAL" clId="{6DCA764D-8A6F-45D2-938E-07E5614E9E46}" dt="2025-01-07T05:52:46.993" v="2570"/>
          <ac:spMkLst>
            <pc:docMk/>
            <pc:sldMk cId="729334670" sldId="837"/>
            <ac:spMk id="9" creationId="{5409190A-4F7C-E35E-D1C7-F6E126EC4C1E}"/>
          </ac:spMkLst>
        </pc:spChg>
        <pc:spChg chg="add del">
          <ac:chgData name="나종열" userId="5f9a479e-ec78-4342-9635-708b150fb5c1" providerId="ADAL" clId="{6DCA764D-8A6F-45D2-938E-07E5614E9E46}" dt="2025-01-07T05:52:49.652" v="2572" actId="478"/>
          <ac:spMkLst>
            <pc:docMk/>
            <pc:sldMk cId="729334670" sldId="837"/>
            <ac:spMk id="11" creationId="{7F717EE3-42F1-A6E7-1333-567731D4B3E7}"/>
          </ac:spMkLst>
        </pc:spChg>
        <pc:picChg chg="add del">
          <ac:chgData name="나종열" userId="5f9a479e-ec78-4342-9635-708b150fb5c1" providerId="ADAL" clId="{6DCA764D-8A6F-45D2-938E-07E5614E9E46}" dt="2025-01-07T05:52:48.109" v="2571" actId="478"/>
          <ac:picMkLst>
            <pc:docMk/>
            <pc:sldMk cId="729334670" sldId="837"/>
            <ac:picMk id="5" creationId="{8551AA9E-96DA-A514-5951-E84703FF5FFC}"/>
          </ac:picMkLst>
        </pc:picChg>
        <pc:picChg chg="add del">
          <ac:chgData name="나종열" userId="5f9a479e-ec78-4342-9635-708b150fb5c1" providerId="ADAL" clId="{6DCA764D-8A6F-45D2-938E-07E5614E9E46}" dt="2025-01-07T05:53:12.109" v="2576" actId="478"/>
          <ac:picMkLst>
            <pc:docMk/>
            <pc:sldMk cId="729334670" sldId="837"/>
            <ac:picMk id="6" creationId="{1617737A-3047-350B-D629-506B50484AD9}"/>
          </ac:picMkLst>
        </pc:picChg>
        <pc:picChg chg="add mod">
          <ac:chgData name="나종열" userId="5f9a479e-ec78-4342-9635-708b150fb5c1" providerId="ADAL" clId="{6DCA764D-8A6F-45D2-938E-07E5614E9E46}" dt="2025-01-07T05:54:03.064" v="2587" actId="1076"/>
          <ac:picMkLst>
            <pc:docMk/>
            <pc:sldMk cId="729334670" sldId="837"/>
            <ac:picMk id="2050" creationId="{D7003B87-D553-FBD7-6B4A-456DCA1EF0BA}"/>
          </ac:picMkLst>
        </pc:picChg>
        <pc:picChg chg="add mod">
          <ac:chgData name="나종열" userId="5f9a479e-ec78-4342-9635-708b150fb5c1" providerId="ADAL" clId="{6DCA764D-8A6F-45D2-938E-07E5614E9E46}" dt="2025-01-07T05:54:54.460" v="2608" actId="1076"/>
          <ac:picMkLst>
            <pc:docMk/>
            <pc:sldMk cId="729334670" sldId="837"/>
            <ac:picMk id="2052" creationId="{96C054AD-AE91-1DF4-73BB-8440EDC5D90E}"/>
          </ac:picMkLst>
        </pc:picChg>
        <pc:picChg chg="add mod">
          <ac:chgData name="나종열" userId="5f9a479e-ec78-4342-9635-708b150fb5c1" providerId="ADAL" clId="{6DCA764D-8A6F-45D2-938E-07E5614E9E46}" dt="2025-01-07T05:54:53.293" v="2607" actId="1076"/>
          <ac:picMkLst>
            <pc:docMk/>
            <pc:sldMk cId="729334670" sldId="837"/>
            <ac:picMk id="2054" creationId="{418A2F10-D643-5D05-978A-35D296B2BD4E}"/>
          </ac:picMkLst>
        </pc:picChg>
        <pc:cxnChg chg="add mod">
          <ac:chgData name="나종열" userId="5f9a479e-ec78-4342-9635-708b150fb5c1" providerId="ADAL" clId="{6DCA764D-8A6F-45D2-938E-07E5614E9E46}" dt="2025-01-07T05:54:14.412" v="2592" actId="208"/>
          <ac:cxnSpMkLst>
            <pc:docMk/>
            <pc:sldMk cId="729334670" sldId="837"/>
            <ac:cxnSpMk id="12" creationId="{8CD1C229-321C-EC01-27B9-BCC0735ACBA6}"/>
          </ac:cxnSpMkLst>
        </pc:cxnChg>
        <pc:cxnChg chg="add mod">
          <ac:chgData name="나종열" userId="5f9a479e-ec78-4342-9635-708b150fb5c1" providerId="ADAL" clId="{6DCA764D-8A6F-45D2-938E-07E5614E9E46}" dt="2025-01-07T05:54:36.681" v="2599" actId="208"/>
          <ac:cxnSpMkLst>
            <pc:docMk/>
            <pc:sldMk cId="729334670" sldId="837"/>
            <ac:cxnSpMk id="14" creationId="{FBA0363B-2962-93B8-1026-603334DF94D9}"/>
          </ac:cxnSpMkLst>
        </pc:cxnChg>
      </pc:sldChg>
      <pc:sldChg chg="new del">
        <pc:chgData name="나종열" userId="5f9a479e-ec78-4342-9635-708b150fb5c1" providerId="ADAL" clId="{6DCA764D-8A6F-45D2-938E-07E5614E9E46}" dt="2025-01-07T06:17:38.178" v="2844" actId="47"/>
        <pc:sldMkLst>
          <pc:docMk/>
          <pc:sldMk cId="210459911" sldId="838"/>
        </pc:sldMkLst>
      </pc:sldChg>
      <pc:sldChg chg="addSp delSp modSp add mod">
        <pc:chgData name="나종열" userId="5f9a479e-ec78-4342-9635-708b150fb5c1" providerId="ADAL" clId="{6DCA764D-8A6F-45D2-938E-07E5614E9E46}" dt="2025-01-07T06:48:58.503" v="4088" actId="14100"/>
        <pc:sldMkLst>
          <pc:docMk/>
          <pc:sldMk cId="842346013" sldId="839"/>
        </pc:sldMkLst>
        <pc:spChg chg="add mod">
          <ac:chgData name="나종열" userId="5f9a479e-ec78-4342-9635-708b150fb5c1" providerId="ADAL" clId="{6DCA764D-8A6F-45D2-938E-07E5614E9E46}" dt="2025-01-07T06:23:55.645" v="2911"/>
          <ac:spMkLst>
            <pc:docMk/>
            <pc:sldMk cId="842346013" sldId="839"/>
            <ac:spMk id="4" creationId="{D33D4FC2-0BD1-6CE3-11AE-4D73D588B85B}"/>
          </ac:spMkLst>
        </pc:spChg>
        <pc:spChg chg="del mod">
          <ac:chgData name="나종열" userId="5f9a479e-ec78-4342-9635-708b150fb5c1" providerId="ADAL" clId="{6DCA764D-8A6F-45D2-938E-07E5614E9E46}" dt="2025-01-07T06:23:54.907" v="2910" actId="478"/>
          <ac:spMkLst>
            <pc:docMk/>
            <pc:sldMk cId="842346013" sldId="839"/>
            <ac:spMk id="7" creationId="{6023D2D2-317E-805C-D34D-D3C48AB4DE00}"/>
          </ac:spMkLst>
        </pc:spChg>
        <pc:spChg chg="mod">
          <ac:chgData name="나종열" userId="5f9a479e-ec78-4342-9635-708b150fb5c1" providerId="ADAL" clId="{6DCA764D-8A6F-45D2-938E-07E5614E9E46}" dt="2025-01-07T06:24:33.357" v="2955" actId="20577"/>
          <ac:spMkLst>
            <pc:docMk/>
            <pc:sldMk cId="842346013" sldId="839"/>
            <ac:spMk id="9" creationId="{D3783787-C959-C189-6069-53C74350F539}"/>
          </ac:spMkLst>
        </pc:spChg>
        <pc:spChg chg="add mod">
          <ac:chgData name="나종열" userId="5f9a479e-ec78-4342-9635-708b150fb5c1" providerId="ADAL" clId="{6DCA764D-8A6F-45D2-938E-07E5614E9E46}" dt="2025-01-07T06:27:33.875" v="3079" actId="1076"/>
          <ac:spMkLst>
            <pc:docMk/>
            <pc:sldMk cId="842346013" sldId="839"/>
            <ac:spMk id="12" creationId="{5C4F74FC-96DF-00E9-9052-2D637FF4ECF4}"/>
          </ac:spMkLst>
        </pc:spChg>
        <pc:spChg chg="add del mod">
          <ac:chgData name="나종열" userId="5f9a479e-ec78-4342-9635-708b150fb5c1" providerId="ADAL" clId="{6DCA764D-8A6F-45D2-938E-07E5614E9E46}" dt="2025-01-07T06:25:41.045" v="2996" actId="478"/>
          <ac:spMkLst>
            <pc:docMk/>
            <pc:sldMk cId="842346013" sldId="839"/>
            <ac:spMk id="14" creationId="{91F75EB3-9884-A0C7-36DB-3DCABB01685F}"/>
          </ac:spMkLst>
        </pc:spChg>
        <pc:spChg chg="add mod">
          <ac:chgData name="나종열" userId="5f9a479e-ec78-4342-9635-708b150fb5c1" providerId="ADAL" clId="{6DCA764D-8A6F-45D2-938E-07E5614E9E46}" dt="2025-01-07T06:27:48.344" v="3108" actId="164"/>
          <ac:spMkLst>
            <pc:docMk/>
            <pc:sldMk cId="842346013" sldId="839"/>
            <ac:spMk id="15" creationId="{CC05E804-3133-60EB-2361-BB0B262BBC2E}"/>
          </ac:spMkLst>
        </pc:spChg>
        <pc:spChg chg="add del mod">
          <ac:chgData name="나종열" userId="5f9a479e-ec78-4342-9635-708b150fb5c1" providerId="ADAL" clId="{6DCA764D-8A6F-45D2-938E-07E5614E9E46}" dt="2025-01-07T06:25:48.285" v="3001" actId="478"/>
          <ac:spMkLst>
            <pc:docMk/>
            <pc:sldMk cId="842346013" sldId="839"/>
            <ac:spMk id="16" creationId="{B6069CD1-C422-F72A-1AEF-090F1C58A1C6}"/>
          </ac:spMkLst>
        </pc:spChg>
        <pc:spChg chg="add mod">
          <ac:chgData name="나종열" userId="5f9a479e-ec78-4342-9635-708b150fb5c1" providerId="ADAL" clId="{6DCA764D-8A6F-45D2-938E-07E5614E9E46}" dt="2025-01-07T06:27:48.344" v="3108" actId="164"/>
          <ac:spMkLst>
            <pc:docMk/>
            <pc:sldMk cId="842346013" sldId="839"/>
            <ac:spMk id="21" creationId="{FE861F6A-F665-1DCD-20F4-3C8E994035E3}"/>
          </ac:spMkLst>
        </pc:spChg>
        <pc:spChg chg="add del mod">
          <ac:chgData name="나종열" userId="5f9a479e-ec78-4342-9635-708b150fb5c1" providerId="ADAL" clId="{6DCA764D-8A6F-45D2-938E-07E5614E9E46}" dt="2025-01-07T06:28:10.692" v="3112" actId="478"/>
          <ac:spMkLst>
            <pc:docMk/>
            <pc:sldMk cId="842346013" sldId="839"/>
            <ac:spMk id="23" creationId="{761592A0-FE67-7056-E100-82CC1C4488C5}"/>
          </ac:spMkLst>
        </pc:spChg>
        <pc:spChg chg="add mod">
          <ac:chgData name="나종열" userId="5f9a479e-ec78-4342-9635-708b150fb5c1" providerId="ADAL" clId="{6DCA764D-8A6F-45D2-938E-07E5614E9E46}" dt="2025-01-07T06:48:51.855" v="4086" actId="1076"/>
          <ac:spMkLst>
            <pc:docMk/>
            <pc:sldMk cId="842346013" sldId="839"/>
            <ac:spMk id="24" creationId="{E47521CF-C10D-EE71-B280-A648E004E356}"/>
          </ac:spMkLst>
        </pc:spChg>
        <pc:grpChg chg="add mod">
          <ac:chgData name="나종열" userId="5f9a479e-ec78-4342-9635-708b150fb5c1" providerId="ADAL" clId="{6DCA764D-8A6F-45D2-938E-07E5614E9E46}" dt="2025-01-07T06:48:58.503" v="4088" actId="14100"/>
          <ac:grpSpMkLst>
            <pc:docMk/>
            <pc:sldMk cId="842346013" sldId="839"/>
            <ac:grpSpMk id="22" creationId="{302A72CE-D814-708B-9AF8-04D5DBC2CB06}"/>
          </ac:grpSpMkLst>
        </pc:grpChg>
        <pc:picChg chg="add mod modCrop">
          <ac:chgData name="나종열" userId="5f9a479e-ec78-4342-9635-708b150fb5c1" providerId="ADAL" clId="{6DCA764D-8A6F-45D2-938E-07E5614E9E46}" dt="2025-01-07T06:23:47.103" v="2909" actId="1076"/>
          <ac:picMkLst>
            <pc:docMk/>
            <pc:sldMk cId="842346013" sldId="839"/>
            <ac:picMk id="3" creationId="{984D3781-032B-8191-6894-7A28A1DF8C8A}"/>
          </ac:picMkLst>
        </pc:picChg>
        <pc:picChg chg="del">
          <ac:chgData name="나종열" userId="5f9a479e-ec78-4342-9635-708b150fb5c1" providerId="ADAL" clId="{6DCA764D-8A6F-45D2-938E-07E5614E9E46}" dt="2025-01-07T06:17:39.333" v="2845" actId="478"/>
          <ac:picMkLst>
            <pc:docMk/>
            <pc:sldMk cId="842346013" sldId="839"/>
            <ac:picMk id="5" creationId="{9E981309-768F-39F9-501C-2774C5FA238E}"/>
          </ac:picMkLst>
        </pc:picChg>
        <pc:picChg chg="add mod">
          <ac:chgData name="나종열" userId="5f9a479e-ec78-4342-9635-708b150fb5c1" providerId="ADAL" clId="{6DCA764D-8A6F-45D2-938E-07E5614E9E46}" dt="2025-01-07T06:24:14.923" v="2912"/>
          <ac:picMkLst>
            <pc:docMk/>
            <pc:sldMk cId="842346013" sldId="839"/>
            <ac:picMk id="8" creationId="{1B5ADF23-0192-C2F8-CA42-A5E4375554F9}"/>
          </ac:picMkLst>
        </pc:picChg>
        <pc:picChg chg="add mod">
          <ac:chgData name="나종열" userId="5f9a479e-ec78-4342-9635-708b150fb5c1" providerId="ADAL" clId="{6DCA764D-8A6F-45D2-938E-07E5614E9E46}" dt="2025-01-07T06:24:17.090" v="2914" actId="1076"/>
          <ac:picMkLst>
            <pc:docMk/>
            <pc:sldMk cId="842346013" sldId="839"/>
            <ac:picMk id="10" creationId="{B78A37EA-33D4-DA6D-5F9A-A9BBCF588229}"/>
          </ac:picMkLst>
        </pc:picChg>
        <pc:cxnChg chg="add mod">
          <ac:chgData name="나종열" userId="5f9a479e-ec78-4342-9635-708b150fb5c1" providerId="ADAL" clId="{6DCA764D-8A6F-45D2-938E-07E5614E9E46}" dt="2025-01-07T06:27:21.233" v="3076" actId="14100"/>
          <ac:cxnSpMkLst>
            <pc:docMk/>
            <pc:sldMk cId="842346013" sldId="839"/>
            <ac:cxnSpMk id="18" creationId="{3BD53EA6-7378-497D-8836-0A7A98852DF4}"/>
          </ac:cxnSpMkLst>
        </pc:cxnChg>
      </pc:sldChg>
      <pc:sldChg chg="addSp delSp modSp add mod modAnim">
        <pc:chgData name="나종열" userId="5f9a479e-ec78-4342-9635-708b150fb5c1" providerId="ADAL" clId="{6DCA764D-8A6F-45D2-938E-07E5614E9E46}" dt="2025-01-07T06:36:07.294" v="3534" actId="20577"/>
        <pc:sldMkLst>
          <pc:docMk/>
          <pc:sldMk cId="3483588102" sldId="840"/>
        </pc:sldMkLst>
        <pc:spChg chg="add mod">
          <ac:chgData name="나종열" userId="5f9a479e-ec78-4342-9635-708b150fb5c1" providerId="ADAL" clId="{6DCA764D-8A6F-45D2-938E-07E5614E9E46}" dt="2025-01-07T06:28:36.783" v="3115" actId="1076"/>
          <ac:spMkLst>
            <pc:docMk/>
            <pc:sldMk cId="3483588102" sldId="840"/>
            <ac:spMk id="2" creationId="{616D0A26-F171-5082-AC5B-5D33D8B1A3A9}"/>
          </ac:spMkLst>
        </pc:spChg>
        <pc:spChg chg="add mod">
          <ac:chgData name="나종열" userId="5f9a479e-ec78-4342-9635-708b150fb5c1" providerId="ADAL" clId="{6DCA764D-8A6F-45D2-938E-07E5614E9E46}" dt="2025-01-07T06:30:06.807" v="3211" actId="1076"/>
          <ac:spMkLst>
            <pc:docMk/>
            <pc:sldMk cId="3483588102" sldId="840"/>
            <ac:spMk id="5" creationId="{FF64680D-9B7C-0B61-EB7B-1572AAFFF5BB}"/>
          </ac:spMkLst>
        </pc:spChg>
        <pc:spChg chg="mod">
          <ac:chgData name="나종열" userId="5f9a479e-ec78-4342-9635-708b150fb5c1" providerId="ADAL" clId="{6DCA764D-8A6F-45D2-938E-07E5614E9E46}" dt="2025-01-07T06:28:41.867" v="3136" actId="20577"/>
          <ac:spMkLst>
            <pc:docMk/>
            <pc:sldMk cId="3483588102" sldId="840"/>
            <ac:spMk id="9" creationId="{B9940DAD-EE5F-C456-C850-7B838841E10E}"/>
          </ac:spMkLst>
        </pc:spChg>
        <pc:spChg chg="del">
          <ac:chgData name="나종열" userId="5f9a479e-ec78-4342-9635-708b150fb5c1" providerId="ADAL" clId="{6DCA764D-8A6F-45D2-938E-07E5614E9E46}" dt="2025-01-07T06:28:13.036" v="3113" actId="478"/>
          <ac:spMkLst>
            <pc:docMk/>
            <pc:sldMk cId="3483588102" sldId="840"/>
            <ac:spMk id="12" creationId="{81B944CA-9E13-B384-7B95-3718F25EA465}"/>
          </ac:spMkLst>
        </pc:spChg>
        <pc:spChg chg="add mod">
          <ac:chgData name="나종열" userId="5f9a479e-ec78-4342-9635-708b150fb5c1" providerId="ADAL" clId="{6DCA764D-8A6F-45D2-938E-07E5614E9E46}" dt="2025-01-07T06:30:59.461" v="3231" actId="20577"/>
          <ac:spMkLst>
            <pc:docMk/>
            <pc:sldMk cId="3483588102" sldId="840"/>
            <ac:spMk id="14" creationId="{C236C472-8543-67B1-606B-243E6D00B5FE}"/>
          </ac:spMkLst>
        </pc:spChg>
        <pc:spChg chg="add mod">
          <ac:chgData name="나종열" userId="5f9a479e-ec78-4342-9635-708b150fb5c1" providerId="ADAL" clId="{6DCA764D-8A6F-45D2-938E-07E5614E9E46}" dt="2025-01-07T06:36:07.294" v="3534" actId="20577"/>
          <ac:spMkLst>
            <pc:docMk/>
            <pc:sldMk cId="3483588102" sldId="840"/>
            <ac:spMk id="16" creationId="{51DE22D9-BBD8-5705-E138-8FE86C20C463}"/>
          </ac:spMkLst>
        </pc:spChg>
        <pc:spChg chg="del">
          <ac:chgData name="나종열" userId="5f9a479e-ec78-4342-9635-708b150fb5c1" providerId="ADAL" clId="{6DCA764D-8A6F-45D2-938E-07E5614E9E46}" dt="2025-01-07T06:28:13.036" v="3113" actId="478"/>
          <ac:spMkLst>
            <pc:docMk/>
            <pc:sldMk cId="3483588102" sldId="840"/>
            <ac:spMk id="23" creationId="{A3D171C6-0A5A-25E9-9F14-F1C89CA0B5D2}"/>
          </ac:spMkLst>
        </pc:spChg>
        <pc:grpChg chg="del">
          <ac:chgData name="나종열" userId="5f9a479e-ec78-4342-9635-708b150fb5c1" providerId="ADAL" clId="{6DCA764D-8A6F-45D2-938E-07E5614E9E46}" dt="2025-01-07T06:28:13.036" v="3113" actId="478"/>
          <ac:grpSpMkLst>
            <pc:docMk/>
            <pc:sldMk cId="3483588102" sldId="840"/>
            <ac:grpSpMk id="22" creationId="{D53B1AD4-C3AA-4028-B667-507F534A0B5E}"/>
          </ac:grpSpMkLst>
        </pc:grpChg>
        <pc:picChg chg="del">
          <ac:chgData name="나종열" userId="5f9a479e-ec78-4342-9635-708b150fb5c1" providerId="ADAL" clId="{6DCA764D-8A6F-45D2-938E-07E5614E9E46}" dt="2025-01-07T06:28:13.036" v="3113" actId="478"/>
          <ac:picMkLst>
            <pc:docMk/>
            <pc:sldMk cId="3483588102" sldId="840"/>
            <ac:picMk id="3" creationId="{E30CD3B6-6C46-B395-0524-5613EF3CD886}"/>
          </ac:picMkLst>
        </pc:picChg>
        <pc:picChg chg="del">
          <ac:chgData name="나종열" userId="5f9a479e-ec78-4342-9635-708b150fb5c1" providerId="ADAL" clId="{6DCA764D-8A6F-45D2-938E-07E5614E9E46}" dt="2025-01-07T06:28:13.036" v="3113" actId="478"/>
          <ac:picMkLst>
            <pc:docMk/>
            <pc:sldMk cId="3483588102" sldId="840"/>
            <ac:picMk id="8" creationId="{F709CE9A-33ED-3CB9-093C-BD50C4505F79}"/>
          </ac:picMkLst>
        </pc:picChg>
        <pc:picChg chg="del">
          <ac:chgData name="나종열" userId="5f9a479e-ec78-4342-9635-708b150fb5c1" providerId="ADAL" clId="{6DCA764D-8A6F-45D2-938E-07E5614E9E46}" dt="2025-01-07T06:28:13.036" v="3113" actId="478"/>
          <ac:picMkLst>
            <pc:docMk/>
            <pc:sldMk cId="3483588102" sldId="840"/>
            <ac:picMk id="10" creationId="{FC6E48EB-F7B3-91BA-010F-83E7CB025B9F}"/>
          </ac:picMkLst>
        </pc:picChg>
        <pc:cxnChg chg="add mod">
          <ac:chgData name="나종열" userId="5f9a479e-ec78-4342-9635-708b150fb5c1" providerId="ADAL" clId="{6DCA764D-8A6F-45D2-938E-07E5614E9E46}" dt="2025-01-07T06:31:03.351" v="3232" actId="1076"/>
          <ac:cxnSpMkLst>
            <pc:docMk/>
            <pc:sldMk cId="3483588102" sldId="840"/>
            <ac:cxnSpMk id="11" creationId="{3AFB3AFC-214B-8168-483F-DFAFA8D55C5E}"/>
          </ac:cxnSpMkLst>
        </pc:cxnChg>
        <pc:cxnChg chg="del">
          <ac:chgData name="나종열" userId="5f9a479e-ec78-4342-9635-708b150fb5c1" providerId="ADAL" clId="{6DCA764D-8A6F-45D2-938E-07E5614E9E46}" dt="2025-01-07T06:28:13.036" v="3113" actId="478"/>
          <ac:cxnSpMkLst>
            <pc:docMk/>
            <pc:sldMk cId="3483588102" sldId="840"/>
            <ac:cxnSpMk id="18" creationId="{CC79D58D-861E-7D60-5A93-B29BDC8F4726}"/>
          </ac:cxnSpMkLst>
        </pc:cxnChg>
      </pc:sldChg>
      <pc:sldChg chg="addSp delSp modSp add mod">
        <pc:chgData name="나종열" userId="5f9a479e-ec78-4342-9635-708b150fb5c1" providerId="ADAL" clId="{6DCA764D-8A6F-45D2-938E-07E5614E9E46}" dt="2025-01-07T06:48:03.927" v="4067" actId="20577"/>
        <pc:sldMkLst>
          <pc:docMk/>
          <pc:sldMk cId="4040661381" sldId="841"/>
        </pc:sldMkLst>
        <pc:spChg chg="add mod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2" creationId="{CA3D7BF7-96EE-F024-7DFE-663789844622}"/>
          </ac:spMkLst>
        </pc:spChg>
        <pc:spChg chg="add mod topLvl">
          <ac:chgData name="나종열" userId="5f9a479e-ec78-4342-9635-708b150fb5c1" providerId="ADAL" clId="{6DCA764D-8A6F-45D2-938E-07E5614E9E46}" dt="2025-01-07T06:44:18.679" v="3862" actId="207"/>
          <ac:spMkLst>
            <pc:docMk/>
            <pc:sldMk cId="4040661381" sldId="841"/>
            <ac:spMk id="3" creationId="{695E273C-853C-E67D-712B-435607C25BFE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4" creationId="{BFC1E771-65A9-F398-4C20-C7825927F724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5" creationId="{28E10B49-5F5A-034D-3FB5-DD5C277A717C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6" creationId="{21CA368E-1ADB-7507-EFF6-610F062588EF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8" creationId="{C424888C-C806-15CC-EC30-CE12F4CA23D8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9" creationId="{7A410BA0-24F1-B17C-1502-98154147B3B2}"/>
          </ac:spMkLst>
        </pc:spChg>
        <pc:spChg chg="add del mod">
          <ac:chgData name="나종열" userId="5f9a479e-ec78-4342-9635-708b150fb5c1" providerId="ADAL" clId="{6DCA764D-8A6F-45D2-938E-07E5614E9E46}" dt="2025-01-07T06:39:14.853" v="3671"/>
          <ac:spMkLst>
            <pc:docMk/>
            <pc:sldMk cId="4040661381" sldId="841"/>
            <ac:spMk id="10" creationId="{3E2E4616-6D89-88D4-FCE7-D756CA578F13}"/>
          </ac:spMkLst>
        </pc:spChg>
        <pc:spChg chg="mod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1" creationId="{1A2D550B-EB35-CF2D-5328-390D1C816BD2}"/>
          </ac:spMkLst>
        </pc:spChg>
        <pc:spChg chg="mod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2" creationId="{4EC77D26-0E05-2008-840D-B4D0B68B6998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4" creationId="{59A115C9-0CBF-660B-30A5-6F65399A1011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5" creationId="{B81C0E89-E618-2239-1FE4-66A7857CF4E0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6" creationId="{8067F089-9EDC-0F49-7061-0EA96AD7010C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7" creationId="{2721E669-1A95-3E28-38D1-3DCA970B8EC8}"/>
          </ac:spMkLst>
        </pc:spChg>
        <pc:spChg chg="add mod topLvl">
          <ac:chgData name="나종열" userId="5f9a479e-ec78-4342-9635-708b150fb5c1" providerId="ADAL" clId="{6DCA764D-8A6F-45D2-938E-07E5614E9E46}" dt="2025-01-07T06:44:18.679" v="3862" actId="207"/>
          <ac:spMkLst>
            <pc:docMk/>
            <pc:sldMk cId="4040661381" sldId="841"/>
            <ac:spMk id="18" creationId="{06021D71-293D-B492-B174-1A4E1E5F2A66}"/>
          </ac:spMkLst>
        </pc:spChg>
        <pc:spChg chg="add mod topLvl">
          <ac:chgData name="나종열" userId="5f9a479e-ec78-4342-9635-708b150fb5c1" providerId="ADAL" clId="{6DCA764D-8A6F-45D2-938E-07E5614E9E46}" dt="2025-01-07T06:44:04.849" v="3861" actId="2711"/>
          <ac:spMkLst>
            <pc:docMk/>
            <pc:sldMk cId="4040661381" sldId="841"/>
            <ac:spMk id="19" creationId="{762D1886-B1D9-B3AB-8780-9C745E93FD5F}"/>
          </ac:spMkLst>
        </pc:spChg>
        <pc:spChg chg="add mod">
          <ac:chgData name="나종열" userId="5f9a479e-ec78-4342-9635-708b150fb5c1" providerId="ADAL" clId="{6DCA764D-8A6F-45D2-938E-07E5614E9E46}" dt="2025-01-07T06:48:03.927" v="4067" actId="20577"/>
          <ac:spMkLst>
            <pc:docMk/>
            <pc:sldMk cId="4040661381" sldId="841"/>
            <ac:spMk id="41" creationId="{8D40FBEC-8DDF-44E9-6127-96BA70E939D5}"/>
          </ac:spMkLst>
        </pc:spChg>
        <pc:spChg chg="add mod">
          <ac:chgData name="나종열" userId="5f9a479e-ec78-4342-9635-708b150fb5c1" providerId="ADAL" clId="{6DCA764D-8A6F-45D2-938E-07E5614E9E46}" dt="2025-01-07T06:47:28.823" v="4065" actId="1076"/>
          <ac:spMkLst>
            <pc:docMk/>
            <pc:sldMk cId="4040661381" sldId="841"/>
            <ac:spMk id="43" creationId="{1117B39F-786F-FA7A-9BC8-54840B5AAE67}"/>
          </ac:spMkLst>
        </pc:spChg>
        <pc:grpChg chg="add del mod">
          <ac:chgData name="나종열" userId="5f9a479e-ec78-4342-9635-708b150fb5c1" providerId="ADAL" clId="{6DCA764D-8A6F-45D2-938E-07E5614E9E46}" dt="2025-01-07T06:43:36.727" v="3856" actId="165"/>
          <ac:grpSpMkLst>
            <pc:docMk/>
            <pc:sldMk cId="4040661381" sldId="841"/>
            <ac:grpSpMk id="40" creationId="{1EE6126C-3366-2AB6-7174-83555D7826B9}"/>
          </ac:grpSpMkLst>
        </pc:grpChg>
        <pc:picChg chg="del">
          <ac:chgData name="나종열" userId="5f9a479e-ec78-4342-9635-708b150fb5c1" providerId="ADAL" clId="{6DCA764D-8A6F-45D2-938E-07E5614E9E46}" dt="2025-01-07T06:36:31.929" v="3536" actId="478"/>
          <ac:picMkLst>
            <pc:docMk/>
            <pc:sldMk cId="4040661381" sldId="841"/>
            <ac:picMk id="7" creationId="{D68D72C1-56B0-2D8E-7465-6EE8A81496F7}"/>
          </ac:picMkLst>
        </pc:pic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21" creationId="{4CC44F03-7123-6A5E-3BC3-1770E6479C0A}"/>
          </ac:cxnSpMkLst>
        </pc:cxnChg>
        <pc:cxnChg chg="add del mod">
          <ac:chgData name="나종열" userId="5f9a479e-ec78-4342-9635-708b150fb5c1" providerId="ADAL" clId="{6DCA764D-8A6F-45D2-938E-07E5614E9E46}" dt="2025-01-07T06:41:14.970" v="3748" actId="11529"/>
          <ac:cxnSpMkLst>
            <pc:docMk/>
            <pc:sldMk cId="4040661381" sldId="841"/>
            <ac:cxnSpMk id="25" creationId="{868E82B9-D868-C94B-564E-618A9FACE9B7}"/>
          </ac:cxnSpMkLst>
        </pc:cxnChg>
        <pc:cxnChg chg="add del mod">
          <ac:chgData name="나종열" userId="5f9a479e-ec78-4342-9635-708b150fb5c1" providerId="ADAL" clId="{6DCA764D-8A6F-45D2-938E-07E5614E9E46}" dt="2025-01-07T06:41:39.598" v="3765" actId="478"/>
          <ac:cxnSpMkLst>
            <pc:docMk/>
            <pc:sldMk cId="4040661381" sldId="841"/>
            <ac:cxnSpMk id="27" creationId="{7A418932-76C8-0C26-F9F5-89D31F15A48D}"/>
          </ac:cxnSpMkLst>
        </pc:cxn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29" creationId="{B1C53752-F887-3864-402D-ED3D23BACA39}"/>
          </ac:cxnSpMkLst>
        </pc:cxn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31" creationId="{CCC90A31-8714-F614-5AEF-3A1B2EDF8454}"/>
          </ac:cxnSpMkLst>
        </pc:cxn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33" creationId="{625A6B05-59A5-5D79-52BF-423A13A144C6}"/>
          </ac:cxnSpMkLst>
        </pc:cxn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35" creationId="{1B918093-ADC3-D9E9-5CD1-16237E8D3E77}"/>
          </ac:cxnSpMkLst>
        </pc:cxnChg>
        <pc:cxnChg chg="add mod topLvl">
          <ac:chgData name="나종열" userId="5f9a479e-ec78-4342-9635-708b150fb5c1" providerId="ADAL" clId="{6DCA764D-8A6F-45D2-938E-07E5614E9E46}" dt="2025-01-07T06:43:36.727" v="3856" actId="165"/>
          <ac:cxnSpMkLst>
            <pc:docMk/>
            <pc:sldMk cId="4040661381" sldId="841"/>
            <ac:cxnSpMk id="38" creationId="{AAF40FB3-F8F8-03B8-712F-DC9A7702BDCF}"/>
          </ac:cxnSpMkLst>
        </pc:cxnChg>
      </pc:sldChg>
      <pc:sldMasterChg chg="addSp delSp modSp mod">
        <pc:chgData name="나종열" userId="5f9a479e-ec78-4342-9635-708b150fb5c1" providerId="ADAL" clId="{6DCA764D-8A6F-45D2-938E-07E5614E9E46}" dt="2025-01-07T04:09:31.252" v="567"/>
        <pc:sldMasterMkLst>
          <pc:docMk/>
          <pc:sldMasterMk cId="968811369" sldId="2147483648"/>
        </pc:sldMasterMkLst>
        <pc:grpChg chg="del">
          <ac:chgData name="나종열" userId="5f9a479e-ec78-4342-9635-708b150fb5c1" providerId="ADAL" clId="{6DCA764D-8A6F-45D2-938E-07E5614E9E46}" dt="2025-01-07T04:09:29.944" v="565" actId="478"/>
          <ac:grpSpMkLst>
            <pc:docMk/>
            <pc:sldMasterMk cId="968811369" sldId="2147483648"/>
            <ac:grpSpMk id="16" creationId="{00000000-0000-0000-0000-000000000000}"/>
          </ac:grpSpMkLst>
        </pc:grpChg>
        <pc:picChg chg="add mod">
          <ac:chgData name="나종열" userId="5f9a479e-ec78-4342-9635-708b150fb5c1" providerId="ADAL" clId="{6DCA764D-8A6F-45D2-938E-07E5614E9E46}" dt="2025-01-07T04:09:31.252" v="567"/>
          <ac:picMkLst>
            <pc:docMk/>
            <pc:sldMasterMk cId="968811369" sldId="2147483648"/>
            <ac:picMk id="4" creationId="{455E38D9-CA4D-E993-6116-7407863F6D39}"/>
          </ac:picMkLst>
        </pc:picChg>
        <pc:picChg chg="del">
          <ac:chgData name="나종열" userId="5f9a479e-ec78-4342-9635-708b150fb5c1" providerId="ADAL" clId="{6DCA764D-8A6F-45D2-938E-07E5614E9E46}" dt="2025-01-07T04:09:30.336" v="566" actId="478"/>
          <ac:picMkLst>
            <pc:docMk/>
            <pc:sldMasterMk cId="968811369" sldId="2147483648"/>
            <ac:picMk id="5" creationId="{00000000-0000-0000-0000-000000000000}"/>
          </ac:picMkLst>
        </pc:picChg>
        <pc:picChg chg="add mod">
          <ac:chgData name="나종열" userId="5f9a479e-ec78-4342-9635-708b150fb5c1" providerId="ADAL" clId="{6DCA764D-8A6F-45D2-938E-07E5614E9E46}" dt="2025-01-07T04:09:31.252" v="567"/>
          <ac:picMkLst>
            <pc:docMk/>
            <pc:sldMasterMk cId="968811369" sldId="2147483648"/>
            <ac:picMk id="6" creationId="{4F9FF457-135F-146F-A292-6C62AD6F0677}"/>
          </ac:picMkLst>
        </pc:picChg>
        <pc:picChg chg="del">
          <ac:chgData name="나종열" userId="5f9a479e-ec78-4342-9635-708b150fb5c1" providerId="ADAL" clId="{6DCA764D-8A6F-45D2-938E-07E5614E9E46}" dt="2025-01-07T04:09:29.502" v="564" actId="478"/>
          <ac:picMkLst>
            <pc:docMk/>
            <pc:sldMasterMk cId="968811369" sldId="2147483648"/>
            <ac:picMk id="15" creationId="{00000000-0000-0000-0000-000000000000}"/>
          </ac:picMkLst>
        </pc:picChg>
      </pc:sldMasterChg>
    </pc:docChg>
  </pc:docChgLst>
  <pc:docChgLst>
    <pc:chgData name="나종열" userId="5f9a479e-ec78-4342-9635-708b150fb5c1" providerId="ADAL" clId="{E6107737-968B-4955-97C8-EE701630507A}"/>
    <pc:docChg chg="undo redo custSel addSld delSld modSld sldOrd">
      <pc:chgData name="나종열" userId="5f9a479e-ec78-4342-9635-708b150fb5c1" providerId="ADAL" clId="{E6107737-968B-4955-97C8-EE701630507A}" dt="2024-02-22T19:05:50.440" v="5983" actId="1076"/>
      <pc:docMkLst>
        <pc:docMk/>
      </pc:docMkLst>
      <pc:sldChg chg="modSp mod">
        <pc:chgData name="나종열" userId="5f9a479e-ec78-4342-9635-708b150fb5c1" providerId="ADAL" clId="{E6107737-968B-4955-97C8-EE701630507A}" dt="2024-02-12T11:38:57.240" v="49" actId="255"/>
        <pc:sldMkLst>
          <pc:docMk/>
          <pc:sldMk cId="1092107962" sldId="284"/>
        </pc:sldMkLst>
      </pc:sldChg>
      <pc:sldChg chg="modSp mod">
        <pc:chgData name="나종열" userId="5f9a479e-ec78-4342-9635-708b150fb5c1" providerId="ADAL" clId="{E6107737-968B-4955-97C8-EE701630507A}" dt="2024-02-22T03:45:30.044" v="4557" actId="20577"/>
        <pc:sldMkLst>
          <pc:docMk/>
          <pc:sldMk cId="1963793995" sldId="779"/>
        </pc:sldMkLst>
      </pc:sldChg>
    </pc:docChg>
  </pc:docChgLst>
  <pc:docChgLst>
    <pc:chgData name="나종열" userId="5f9a479e-ec78-4342-9635-708b150fb5c1" providerId="ADAL" clId="{B1F6BBA4-B0F1-4B99-851F-7BB22703503A}"/>
    <pc:docChg chg="undo custSel addSld delSld modSld sldOrd">
      <pc:chgData name="나종열" userId="5f9a479e-ec78-4342-9635-708b150fb5c1" providerId="ADAL" clId="{B1F6BBA4-B0F1-4B99-851F-7BB22703503A}" dt="2024-03-13T18:14:31.451" v="6280" actId="2696"/>
      <pc:docMkLst>
        <pc:docMk/>
      </pc:docMkLst>
      <pc:sldChg chg="modSp">
        <pc:chgData name="나종열" userId="5f9a479e-ec78-4342-9635-708b150fb5c1" providerId="ADAL" clId="{B1F6BBA4-B0F1-4B99-851F-7BB22703503A}" dt="2024-03-13T10:48:37.766" v="1828" actId="1076"/>
        <pc:sldMkLst>
          <pc:docMk/>
          <pc:sldMk cId="1092107962" sldId="284"/>
        </pc:sldMkLst>
      </pc:sldChg>
      <pc:sldChg chg="add del">
        <pc:chgData name="나종열" userId="5f9a479e-ec78-4342-9635-708b150fb5c1" providerId="ADAL" clId="{B1F6BBA4-B0F1-4B99-851F-7BB22703503A}" dt="2024-03-13T10:49:04.322" v="1831" actId="2696"/>
        <pc:sldMkLst>
          <pc:docMk/>
          <pc:sldMk cId="1963793995" sldId="779"/>
        </pc:sldMkLst>
      </pc:sldChg>
    </pc:docChg>
  </pc:docChgLst>
  <pc:docChgLst>
    <pc:chgData name="나종열" userId="5f9a479e-ec78-4342-9635-708b150fb5c1" providerId="ADAL" clId="{18FB5A0A-45D0-443A-95EA-16AF8A96D706}"/>
    <pc:docChg chg="undo custSel addSld delSld modSld sldOrd">
      <pc:chgData name="나종열" userId="5f9a479e-ec78-4342-9635-708b150fb5c1" providerId="ADAL" clId="{18FB5A0A-45D0-443A-95EA-16AF8A96D706}" dt="2024-04-30T03:54:40.624" v="5454"/>
      <pc:docMkLst>
        <pc:docMk/>
      </pc:docMkLst>
      <pc:sldChg chg="addSp delSp modSp">
        <pc:chgData name="나종열" userId="5f9a479e-ec78-4342-9635-708b150fb5c1" providerId="ADAL" clId="{18FB5A0A-45D0-443A-95EA-16AF8A96D706}" dt="2024-04-27T07:50:33.266" v="1266" actId="1076"/>
        <pc:sldMkLst>
          <pc:docMk/>
          <pc:sldMk cId="1092107962" sldId="284"/>
        </pc:sldMkLst>
      </pc:sldChg>
      <pc:sldChg chg="modSp add">
        <pc:chgData name="나종열" userId="5f9a479e-ec78-4342-9635-708b150fb5c1" providerId="ADAL" clId="{18FB5A0A-45D0-443A-95EA-16AF8A96D706}" dt="2024-04-27T09:23:47.458" v="2203" actId="255"/>
        <pc:sldMkLst>
          <pc:docMk/>
          <pc:sldMk cId="508098740" sldId="481"/>
        </pc:sldMkLst>
      </pc:sldChg>
      <pc:sldChg chg="addSp delSp modSp add modNotesTx">
        <pc:chgData name="나종열" userId="5f9a479e-ec78-4342-9635-708b150fb5c1" providerId="ADAL" clId="{18FB5A0A-45D0-443A-95EA-16AF8A96D706}" dt="2024-04-29T11:22:14.390" v="3621" actId="14100"/>
        <pc:sldMkLst>
          <pc:docMk/>
          <pc:sldMk cId="3453581513" sldId="781"/>
        </pc:sldMkLst>
      </pc:sldChg>
      <pc:sldChg chg="modSp add del ord modTransition">
        <pc:chgData name="나종열" userId="5f9a479e-ec78-4342-9635-708b150fb5c1" providerId="ADAL" clId="{18FB5A0A-45D0-443A-95EA-16AF8A96D706}" dt="2024-04-29T12:58:42.331" v="4726"/>
        <pc:sldMkLst>
          <pc:docMk/>
          <pc:sldMk cId="92303820" sldId="782"/>
        </pc:sldMkLst>
      </pc:sldChg>
      <pc:sldChg chg="addSp delSp modSp add ord modNotesTx">
        <pc:chgData name="나종열" userId="5f9a479e-ec78-4342-9635-708b150fb5c1" providerId="ADAL" clId="{18FB5A0A-45D0-443A-95EA-16AF8A96D706}" dt="2024-04-29T12:06:24.542" v="4474" actId="1076"/>
        <pc:sldMkLst>
          <pc:docMk/>
          <pc:sldMk cId="2665333128" sldId="783"/>
        </pc:sldMkLst>
      </pc:sldChg>
      <pc:sldChg chg="addSp delSp modSp add">
        <pc:chgData name="나종열" userId="5f9a479e-ec78-4342-9635-708b150fb5c1" providerId="ADAL" clId="{18FB5A0A-45D0-443A-95EA-16AF8A96D706}" dt="2024-04-29T11:29:33.418" v="3687" actId="1076"/>
        <pc:sldMkLst>
          <pc:docMk/>
          <pc:sldMk cId="219675069" sldId="784"/>
        </pc:sldMkLst>
      </pc:sldChg>
      <pc:sldChg chg="addSp delSp modSp add ord">
        <pc:chgData name="나종열" userId="5f9a479e-ec78-4342-9635-708b150fb5c1" providerId="ADAL" clId="{18FB5A0A-45D0-443A-95EA-16AF8A96D706}" dt="2024-04-30T03:48:22.982" v="5452" actId="1076"/>
        <pc:sldMkLst>
          <pc:docMk/>
          <pc:sldMk cId="3044549692" sldId="785"/>
        </pc:sldMkLst>
      </pc:sldChg>
      <pc:sldChg chg="addSp delSp modSp add modTransition">
        <pc:chgData name="나종열" userId="5f9a479e-ec78-4342-9635-708b150fb5c1" providerId="ADAL" clId="{18FB5A0A-45D0-443A-95EA-16AF8A96D706}" dt="2024-04-30T01:53:55.014" v="4889"/>
        <pc:sldMkLst>
          <pc:docMk/>
          <pc:sldMk cId="1771404104" sldId="786"/>
        </pc:sldMkLst>
      </pc:sldChg>
      <pc:sldChg chg="addSp delSp modSp add">
        <pc:chgData name="나종열" userId="5f9a479e-ec78-4342-9635-708b150fb5c1" providerId="ADAL" clId="{18FB5A0A-45D0-443A-95EA-16AF8A96D706}" dt="2024-04-30T01:55:13.166" v="4917"/>
        <pc:sldMkLst>
          <pc:docMk/>
          <pc:sldMk cId="1740003608" sldId="787"/>
        </pc:sldMkLst>
      </pc:sldChg>
      <pc:sldChg chg="addSp delSp modSp add ord">
        <pc:chgData name="나종열" userId="5f9a479e-ec78-4342-9635-708b150fb5c1" providerId="ADAL" clId="{18FB5A0A-45D0-443A-95EA-16AF8A96D706}" dt="2024-04-30T02:30:07.062" v="5255"/>
        <pc:sldMkLst>
          <pc:docMk/>
          <pc:sldMk cId="1804974832" sldId="788"/>
        </pc:sldMkLst>
      </pc:sldChg>
      <pc:sldChg chg="addSp delSp modSp add ord modTransition">
        <pc:chgData name="나종열" userId="5f9a479e-ec78-4342-9635-708b150fb5c1" providerId="ADAL" clId="{18FB5A0A-45D0-443A-95EA-16AF8A96D706}" dt="2024-04-30T02:36:57.107" v="5281"/>
        <pc:sldMkLst>
          <pc:docMk/>
          <pc:sldMk cId="2978786133" sldId="789"/>
        </pc:sldMkLst>
      </pc:sldChg>
      <pc:sldChg chg="addSp delSp modSp add ord">
        <pc:chgData name="나종열" userId="5f9a479e-ec78-4342-9635-708b150fb5c1" providerId="ADAL" clId="{18FB5A0A-45D0-443A-95EA-16AF8A96D706}" dt="2024-04-30T01:52:24.417" v="4888" actId="478"/>
        <pc:sldMkLst>
          <pc:docMk/>
          <pc:sldMk cId="3492390529" sldId="793"/>
        </pc:sldMkLst>
      </pc:sldChg>
      <pc:sldChg chg="addSp delSp modSp add ord">
        <pc:chgData name="나종열" userId="5f9a479e-ec78-4342-9635-708b150fb5c1" providerId="ADAL" clId="{18FB5A0A-45D0-443A-95EA-16AF8A96D706}" dt="2024-04-29T12:19:14.828" v="4483" actId="113"/>
        <pc:sldMkLst>
          <pc:docMk/>
          <pc:sldMk cId="2619000591" sldId="796"/>
        </pc:sldMkLst>
      </pc:sldChg>
      <pc:sldChg chg="addSp delSp modSp add ord">
        <pc:chgData name="나종열" userId="5f9a479e-ec78-4342-9635-708b150fb5c1" providerId="ADAL" clId="{18FB5A0A-45D0-443A-95EA-16AF8A96D706}" dt="2024-04-30T03:54:40.624" v="5454"/>
        <pc:sldMkLst>
          <pc:docMk/>
          <pc:sldMk cId="3059947266" sldId="797"/>
        </pc:sldMkLst>
      </pc:sldChg>
      <pc:sldChg chg="addSp delSp modSp add">
        <pc:chgData name="나종열" userId="5f9a479e-ec78-4342-9635-708b150fb5c1" providerId="ADAL" clId="{18FB5A0A-45D0-443A-95EA-16AF8A96D706}" dt="2024-04-30T01:55:20.894" v="4921"/>
        <pc:sldMkLst>
          <pc:docMk/>
          <pc:sldMk cId="2606742288" sldId="798"/>
        </pc:sldMkLst>
      </pc:sldChg>
      <pc:sldChg chg="add">
        <pc:chgData name="나종열" userId="5f9a479e-ec78-4342-9635-708b150fb5c1" providerId="ADAL" clId="{18FB5A0A-45D0-443A-95EA-16AF8A96D706}" dt="2024-04-30T01:56:35.170" v="4924"/>
        <pc:sldMkLst>
          <pc:docMk/>
          <pc:sldMk cId="1597244852" sldId="799"/>
        </pc:sldMkLst>
      </pc:sldChg>
      <pc:sldChg chg="addSp delSp modSp add">
        <pc:chgData name="나종열" userId="5f9a479e-ec78-4342-9635-708b150fb5c1" providerId="ADAL" clId="{18FB5A0A-45D0-443A-95EA-16AF8A96D706}" dt="2024-04-30T02:32:01.073" v="5279"/>
        <pc:sldMkLst>
          <pc:docMk/>
          <pc:sldMk cId="3634958892" sldId="800"/>
        </pc:sldMkLst>
      </pc:sldChg>
      <pc:sldChg chg="add">
        <pc:chgData name="나종열" userId="5f9a479e-ec78-4342-9635-708b150fb5c1" providerId="ADAL" clId="{18FB5A0A-45D0-443A-95EA-16AF8A96D706}" dt="2024-04-30T03:49:02.170" v="5453"/>
        <pc:sldMkLst>
          <pc:docMk/>
          <pc:sldMk cId="909865517" sldId="801"/>
        </pc:sldMkLst>
      </pc:sldChg>
    </pc:docChg>
  </pc:docChgLst>
  <pc:docChgLst>
    <pc:chgData name="나종열" userId="5f9a479e-ec78-4342-9635-708b150fb5c1" providerId="ADAL" clId="{721B030E-0066-4C42-8E21-E35F7D8F5411}"/>
    <pc:docChg chg="modSld">
      <pc:chgData name="나종열" userId="5f9a479e-ec78-4342-9635-708b150fb5c1" providerId="ADAL" clId="{721B030E-0066-4C42-8E21-E35F7D8F5411}" dt="2024-02-11T08:33:33.906" v="0" actId="1076"/>
      <pc:docMkLst>
        <pc:docMk/>
      </pc:docMkLst>
    </pc:docChg>
  </pc:docChgLst>
  <pc:docChgLst>
    <pc:chgData name="나종열" userId="5f9a479e-ec78-4342-9635-708b150fb5c1" providerId="ADAL" clId="{EC26CA5C-2566-421B-980F-A42EF5F5A773}"/>
    <pc:docChg chg="undo custSel modSld">
      <pc:chgData name="나종열" userId="5f9a479e-ec78-4342-9635-708b150fb5c1" providerId="ADAL" clId="{EC26CA5C-2566-421B-980F-A42EF5F5A773}" dt="2024-09-02T07:09:25.152" v="5" actId="21"/>
      <pc:docMkLst>
        <pc:docMk/>
      </pc:docMkLst>
      <pc:sldChg chg="modSp mod">
        <pc:chgData name="나종열" userId="5f9a479e-ec78-4342-9635-708b150fb5c1" providerId="ADAL" clId="{EC26CA5C-2566-421B-980F-A42EF5F5A773}" dt="2024-09-02T07:09:20.761" v="3" actId="1035"/>
        <pc:sldMkLst>
          <pc:docMk/>
          <pc:sldMk cId="558988647" sldId="811"/>
        </pc:sldMkLst>
      </pc:sldChg>
      <pc:sldChg chg="addSp delSp modSp mod">
        <pc:chgData name="나종열" userId="5f9a479e-ec78-4342-9635-708b150fb5c1" providerId="ADAL" clId="{EC26CA5C-2566-421B-980F-A42EF5F5A773}" dt="2024-09-02T07:09:25.152" v="5" actId="21"/>
        <pc:sldMkLst>
          <pc:docMk/>
          <pc:sldMk cId="2623234879" sldId="812"/>
        </pc:sldMkLst>
      </pc:sldChg>
    </pc:docChg>
  </pc:docChgLst>
  <pc:docChgLst>
    <pc:chgData name="나종열" userId="5f9a479e-ec78-4342-9635-708b150fb5c1" providerId="ADAL" clId="{E4757B73-766C-463D-A48D-5AA114D56AAD}"/>
    <pc:docChg chg="undo custSel addSld delSld modSld">
      <pc:chgData name="나종열" userId="5f9a479e-ec78-4342-9635-708b150fb5c1" providerId="ADAL" clId="{E4757B73-766C-463D-A48D-5AA114D56AAD}" dt="2024-03-22T06:31:37.697" v="7852" actId="20577"/>
      <pc:docMkLst>
        <pc:docMk/>
      </pc:docMkLst>
      <pc:sldChg chg="modSp">
        <pc:chgData name="나종열" userId="5f9a479e-ec78-4342-9635-708b150fb5c1" providerId="ADAL" clId="{E4757B73-766C-463D-A48D-5AA114D56AAD}" dt="2024-03-22T06:31:37.697" v="7852" actId="20577"/>
        <pc:sldMkLst>
          <pc:docMk/>
          <pc:sldMk cId="1092107962" sldId="284"/>
        </pc:sldMkLst>
      </pc:sldChg>
      <pc:sldChg chg="add del">
        <pc:chgData name="나종열" userId="5f9a479e-ec78-4342-9635-708b150fb5c1" providerId="ADAL" clId="{E4757B73-766C-463D-A48D-5AA114D56AAD}" dt="2024-03-21T07:48:50.410" v="2126" actId="2696"/>
        <pc:sldMkLst>
          <pc:docMk/>
          <pc:sldMk cId="1963793995" sldId="779"/>
        </pc:sldMkLst>
      </pc:sldChg>
    </pc:docChg>
  </pc:docChgLst>
  <pc:docChgLst>
    <pc:chgData name="나종열" userId="5f9a479e-ec78-4342-9635-708b150fb5c1" providerId="ADAL" clId="{133D2EB1-A64F-423D-BD2C-A7C5072AAE83}"/>
    <pc:docChg chg="undo redo custSel addSld delSld modSld">
      <pc:chgData name="나종열" userId="5f9a479e-ec78-4342-9635-708b150fb5c1" providerId="ADAL" clId="{133D2EB1-A64F-423D-BD2C-A7C5072AAE83}" dt="2024-03-08T00:29:34.547" v="3630" actId="2696"/>
      <pc:docMkLst>
        <pc:docMk/>
      </pc:docMkLst>
      <pc:sldChg chg="modSp">
        <pc:chgData name="나종열" userId="5f9a479e-ec78-4342-9635-708b150fb5c1" providerId="ADAL" clId="{133D2EB1-A64F-423D-BD2C-A7C5072AAE83}" dt="2024-03-07T15:08:02.688" v="3621" actId="20577"/>
        <pc:sldMkLst>
          <pc:docMk/>
          <pc:sldMk cId="1092107962" sldId="284"/>
        </pc:sldMkLst>
      </pc:sldChg>
      <pc:sldChg chg="addSp delSp modSp add del">
        <pc:chgData name="나종열" userId="5f9a479e-ec78-4342-9635-708b150fb5c1" providerId="ADAL" clId="{133D2EB1-A64F-423D-BD2C-A7C5072AAE83}" dt="2024-03-07T13:55:48.231" v="1484"/>
        <pc:sldMkLst>
          <pc:docMk/>
          <pc:sldMk cId="1963793995" sldId="779"/>
        </pc:sldMkLst>
      </pc:sldChg>
    </pc:docChg>
  </pc:docChgLst>
  <pc:docChgLst>
    <pc:chgData name="나종열" userId="5f9a479e-ec78-4342-9635-708b150fb5c1" providerId="ADAL" clId="{EE9C1259-BE35-4EE6-A069-C0591868BD62}"/>
    <pc:docChg chg="undo custSel addSld delSld modSld sldOrd">
      <pc:chgData name="나종열" userId="5f9a479e-ec78-4342-9635-708b150fb5c1" providerId="ADAL" clId="{EE9C1259-BE35-4EE6-A069-C0591868BD62}" dt="2024-06-24T04:31:10.790" v="6317" actId="20577"/>
      <pc:docMkLst>
        <pc:docMk/>
      </pc:docMkLst>
      <pc:sldChg chg="addSp delSp modSp mod">
        <pc:chgData name="나종열" userId="5f9a479e-ec78-4342-9635-708b150fb5c1" providerId="ADAL" clId="{EE9C1259-BE35-4EE6-A069-C0591868BD62}" dt="2024-06-23T07:53:52.568" v="845" actId="207"/>
        <pc:sldMkLst>
          <pc:docMk/>
          <pc:sldMk cId="1092107962" sldId="284"/>
        </pc:sldMkLst>
      </pc:sldChg>
      <pc:sldChg chg="delSp modSp mod ord">
        <pc:chgData name="나종열" userId="5f9a479e-ec78-4342-9635-708b150fb5c1" providerId="ADAL" clId="{EE9C1259-BE35-4EE6-A069-C0591868BD62}" dt="2024-06-23T07:55:27.439" v="886" actId="1076"/>
        <pc:sldMkLst>
          <pc:docMk/>
          <pc:sldMk cId="508098740" sldId="481"/>
        </pc:sldMkLst>
      </pc:sldChg>
      <pc:sldChg chg="addSp delSp modSp del mod modNotesTx">
        <pc:chgData name="나종열" userId="5f9a479e-ec78-4342-9635-708b150fb5c1" providerId="ADAL" clId="{EE9C1259-BE35-4EE6-A069-C0591868BD62}" dt="2024-06-23T17:39:25.869" v="3247" actId="47"/>
        <pc:sldMkLst>
          <pc:docMk/>
          <pc:sldMk cId="3453581513" sldId="781"/>
        </pc:sldMkLst>
      </pc:sldChg>
      <pc:sldChg chg="del">
        <pc:chgData name="나종열" userId="5f9a479e-ec78-4342-9635-708b150fb5c1" providerId="ADAL" clId="{EE9C1259-BE35-4EE6-A069-C0591868BD62}" dt="2024-06-23T07:48:19.097" v="638" actId="47"/>
        <pc:sldMkLst>
          <pc:docMk/>
          <pc:sldMk cId="92303820" sldId="782"/>
        </pc:sldMkLst>
      </pc:sldChg>
      <pc:sldChg chg="delSp del">
        <pc:chgData name="나종열" userId="5f9a479e-ec78-4342-9635-708b150fb5c1" providerId="ADAL" clId="{EE9C1259-BE35-4EE6-A069-C0591868BD62}" dt="2024-06-18T08:17:26.186" v="83" actId="47"/>
        <pc:sldMkLst>
          <pc:docMk/>
          <pc:sldMk cId="2665333128" sldId="783"/>
        </pc:sldMkLst>
      </pc:sldChg>
      <pc:sldChg chg="del">
        <pc:chgData name="나종열" userId="5f9a479e-ec78-4342-9635-708b150fb5c1" providerId="ADAL" clId="{EE9C1259-BE35-4EE6-A069-C0591868BD62}" dt="2024-06-23T07:47:28.015" v="575" actId="47"/>
        <pc:sldMkLst>
          <pc:docMk/>
          <pc:sldMk cId="219675069" sldId="784"/>
        </pc:sldMkLst>
      </pc:sldChg>
      <pc:sldChg chg="del">
        <pc:chgData name="나종열" userId="5f9a479e-ec78-4342-9635-708b150fb5c1" providerId="ADAL" clId="{EE9C1259-BE35-4EE6-A069-C0591868BD62}" dt="2024-06-23T07:47:24.745" v="573" actId="47"/>
        <pc:sldMkLst>
          <pc:docMk/>
          <pc:sldMk cId="3044549692" sldId="785"/>
        </pc:sldMkLst>
      </pc:sldChg>
      <pc:sldChg chg="del">
        <pc:chgData name="나종열" userId="5f9a479e-ec78-4342-9635-708b150fb5c1" providerId="ADAL" clId="{EE9C1259-BE35-4EE6-A069-C0591868BD62}" dt="2024-06-23T07:47:26.405" v="574" actId="47"/>
        <pc:sldMkLst>
          <pc:docMk/>
          <pc:sldMk cId="1771404104" sldId="786"/>
        </pc:sldMkLst>
      </pc:sldChg>
      <pc:sldChg chg="del">
        <pc:chgData name="나종열" userId="5f9a479e-ec78-4342-9635-708b150fb5c1" providerId="ADAL" clId="{EE9C1259-BE35-4EE6-A069-C0591868BD62}" dt="2024-06-23T07:48:12.030" v="632" actId="47"/>
        <pc:sldMkLst>
          <pc:docMk/>
          <pc:sldMk cId="1740003608" sldId="787"/>
        </pc:sldMkLst>
      </pc:sldChg>
      <pc:sldChg chg="del">
        <pc:chgData name="나종열" userId="5f9a479e-ec78-4342-9635-708b150fb5c1" providerId="ADAL" clId="{EE9C1259-BE35-4EE6-A069-C0591868BD62}" dt="2024-06-23T07:48:12.771" v="634" actId="47"/>
        <pc:sldMkLst>
          <pc:docMk/>
          <pc:sldMk cId="1804974832" sldId="788"/>
        </pc:sldMkLst>
      </pc:sldChg>
      <pc:sldChg chg="del">
        <pc:chgData name="나종열" userId="5f9a479e-ec78-4342-9635-708b150fb5c1" providerId="ADAL" clId="{EE9C1259-BE35-4EE6-A069-C0591868BD62}" dt="2024-06-23T07:48:17.496" v="637" actId="47"/>
        <pc:sldMkLst>
          <pc:docMk/>
          <pc:sldMk cId="2978786133" sldId="789"/>
        </pc:sldMkLst>
      </pc:sldChg>
      <pc:sldChg chg="addSp delSp modSp mod ord">
        <pc:chgData name="나종열" userId="5f9a479e-ec78-4342-9635-708b150fb5c1" providerId="ADAL" clId="{EE9C1259-BE35-4EE6-A069-C0591868BD62}" dt="2024-06-24T02:29:37.801" v="5714" actId="20577"/>
        <pc:sldMkLst>
          <pc:docMk/>
          <pc:sldMk cId="3492390529" sldId="793"/>
        </pc:sldMkLst>
      </pc:sldChg>
      <pc:sldChg chg="del">
        <pc:chgData name="나종열" userId="5f9a479e-ec78-4342-9635-708b150fb5c1" providerId="ADAL" clId="{EE9C1259-BE35-4EE6-A069-C0591868BD62}" dt="2024-06-18T08:17:28.237" v="84" actId="47"/>
        <pc:sldMkLst>
          <pc:docMk/>
          <pc:sldMk cId="2619000591" sldId="796"/>
        </pc:sldMkLst>
      </pc:sldChg>
      <pc:sldChg chg="del">
        <pc:chgData name="나종열" userId="5f9a479e-ec78-4342-9635-708b150fb5c1" providerId="ADAL" clId="{EE9C1259-BE35-4EE6-A069-C0591868BD62}" dt="2024-06-23T07:48:24.785" v="639" actId="47"/>
        <pc:sldMkLst>
          <pc:docMk/>
          <pc:sldMk cId="3059947266" sldId="797"/>
        </pc:sldMkLst>
      </pc:sldChg>
      <pc:sldChg chg="del">
        <pc:chgData name="나종열" userId="5f9a479e-ec78-4342-9635-708b150fb5c1" providerId="ADAL" clId="{EE9C1259-BE35-4EE6-A069-C0591868BD62}" dt="2024-06-23T07:48:12.415" v="633" actId="47"/>
        <pc:sldMkLst>
          <pc:docMk/>
          <pc:sldMk cId="2606742288" sldId="798"/>
        </pc:sldMkLst>
      </pc:sldChg>
      <pc:sldChg chg="del">
        <pc:chgData name="나종열" userId="5f9a479e-ec78-4342-9635-708b150fb5c1" providerId="ADAL" clId="{EE9C1259-BE35-4EE6-A069-C0591868BD62}" dt="2024-06-23T07:48:13.929" v="636" actId="47"/>
        <pc:sldMkLst>
          <pc:docMk/>
          <pc:sldMk cId="1597244852" sldId="799"/>
        </pc:sldMkLst>
      </pc:sldChg>
      <pc:sldChg chg="del">
        <pc:chgData name="나종열" userId="5f9a479e-ec78-4342-9635-708b150fb5c1" providerId="ADAL" clId="{EE9C1259-BE35-4EE6-A069-C0591868BD62}" dt="2024-06-23T07:48:13.494" v="635" actId="47"/>
        <pc:sldMkLst>
          <pc:docMk/>
          <pc:sldMk cId="3634958892" sldId="800"/>
        </pc:sldMkLst>
      </pc:sldChg>
      <pc:sldChg chg="del">
        <pc:chgData name="나종열" userId="5f9a479e-ec78-4342-9635-708b150fb5c1" providerId="ADAL" clId="{EE9C1259-BE35-4EE6-A069-C0591868BD62}" dt="2024-06-23T07:48:10.854" v="631" actId="47"/>
        <pc:sldMkLst>
          <pc:docMk/>
          <pc:sldMk cId="909865517" sldId="801"/>
        </pc:sldMkLst>
      </pc:sldChg>
      <pc:sldChg chg="modSp mod modNotesTx">
        <pc:chgData name="나종열" userId="5f9a479e-ec78-4342-9635-708b150fb5c1" providerId="ADAL" clId="{EE9C1259-BE35-4EE6-A069-C0591868BD62}" dt="2024-06-24T04:31:10.790" v="6317" actId="20577"/>
        <pc:sldMkLst>
          <pc:docMk/>
          <pc:sldMk cId="1109995521" sldId="802"/>
        </pc:sldMkLst>
      </pc:sldChg>
      <pc:sldChg chg="addSp delSp modSp add del mod ord">
        <pc:chgData name="나종열" userId="5f9a479e-ec78-4342-9635-708b150fb5c1" providerId="ADAL" clId="{EE9C1259-BE35-4EE6-A069-C0591868BD62}" dt="2024-06-24T02:27:40.545" v="5696" actId="1076"/>
        <pc:sldMkLst>
          <pc:docMk/>
          <pc:sldMk cId="3582132411" sldId="803"/>
        </pc:sldMkLst>
      </pc:sldChg>
      <pc:sldChg chg="addSp modSp add mod">
        <pc:chgData name="나종열" userId="5f9a479e-ec78-4342-9635-708b150fb5c1" providerId="ADAL" clId="{EE9C1259-BE35-4EE6-A069-C0591868BD62}" dt="2024-06-23T18:02:51.416" v="3972" actId="14100"/>
        <pc:sldMkLst>
          <pc:docMk/>
          <pc:sldMk cId="2569590959" sldId="804"/>
        </pc:sldMkLst>
      </pc:sldChg>
      <pc:sldChg chg="addSp delSp modSp add mod modAnim">
        <pc:chgData name="나종열" userId="5f9a479e-ec78-4342-9635-708b150fb5c1" providerId="ADAL" clId="{EE9C1259-BE35-4EE6-A069-C0591868BD62}" dt="2024-06-24T01:55:02.146" v="4895" actId="1036"/>
        <pc:sldMkLst>
          <pc:docMk/>
          <pc:sldMk cId="3827164427" sldId="805"/>
        </pc:sldMkLst>
      </pc:sldChg>
      <pc:sldChg chg="addSp delSp modSp add del mod">
        <pc:chgData name="나종열" userId="5f9a479e-ec78-4342-9635-708b150fb5c1" providerId="ADAL" clId="{EE9C1259-BE35-4EE6-A069-C0591868BD62}" dt="2024-06-23T16:50:31.836" v="2862" actId="47"/>
        <pc:sldMkLst>
          <pc:docMk/>
          <pc:sldMk cId="3964039970" sldId="806"/>
        </pc:sldMkLst>
      </pc:sldChg>
      <pc:sldChg chg="add del">
        <pc:chgData name="나종열" userId="5f9a479e-ec78-4342-9635-708b150fb5c1" providerId="ADAL" clId="{EE9C1259-BE35-4EE6-A069-C0591868BD62}" dt="2024-06-23T15:12:35.876" v="2084" actId="47"/>
        <pc:sldMkLst>
          <pc:docMk/>
          <pc:sldMk cId="1777160486" sldId="807"/>
        </pc:sldMkLst>
      </pc:sldChg>
      <pc:sldChg chg="addSp delSp modSp add del mod">
        <pc:chgData name="나종열" userId="5f9a479e-ec78-4342-9635-708b150fb5c1" providerId="ADAL" clId="{EE9C1259-BE35-4EE6-A069-C0591868BD62}" dt="2024-06-23T18:00:05.612" v="3865" actId="47"/>
        <pc:sldMkLst>
          <pc:docMk/>
          <pc:sldMk cId="3214629681" sldId="807"/>
        </pc:sldMkLst>
      </pc:sldChg>
      <pc:sldChg chg="addSp delSp modSp add mod">
        <pc:chgData name="나종열" userId="5f9a479e-ec78-4342-9635-708b150fb5c1" providerId="ADAL" clId="{EE9C1259-BE35-4EE6-A069-C0591868BD62}" dt="2024-06-23T16:52:44.841" v="2918" actId="21"/>
        <pc:sldMkLst>
          <pc:docMk/>
          <pc:sldMk cId="2704757430" sldId="808"/>
        </pc:sldMkLst>
      </pc:sldChg>
      <pc:sldChg chg="addSp delSp modSp add mod">
        <pc:chgData name="나종열" userId="5f9a479e-ec78-4342-9635-708b150fb5c1" providerId="ADAL" clId="{EE9C1259-BE35-4EE6-A069-C0591868BD62}" dt="2024-06-24T01:54:33.548" v="4882" actId="1035"/>
        <pc:sldMkLst>
          <pc:docMk/>
          <pc:sldMk cId="1739140186" sldId="809"/>
        </pc:sldMkLst>
      </pc:sldChg>
      <pc:sldChg chg="addSp modSp add del mod">
        <pc:chgData name="나종열" userId="5f9a479e-ec78-4342-9635-708b150fb5c1" providerId="ADAL" clId="{EE9C1259-BE35-4EE6-A069-C0591868BD62}" dt="2024-06-23T17:52:23.977" v="3583" actId="47"/>
        <pc:sldMkLst>
          <pc:docMk/>
          <pc:sldMk cId="2440260443" sldId="810"/>
        </pc:sldMkLst>
      </pc:sldChg>
      <pc:sldChg chg="addSp delSp modSp add mod">
        <pc:chgData name="나종열" userId="5f9a479e-ec78-4342-9635-708b150fb5c1" providerId="ADAL" clId="{EE9C1259-BE35-4EE6-A069-C0591868BD62}" dt="2024-06-24T04:09:30.701" v="6284" actId="1038"/>
        <pc:sldMkLst>
          <pc:docMk/>
          <pc:sldMk cId="558988647" sldId="811"/>
        </pc:sldMkLst>
      </pc:sldChg>
      <pc:sldChg chg="addSp delSp modSp add mod">
        <pc:chgData name="나종열" userId="5f9a479e-ec78-4342-9635-708b150fb5c1" providerId="ADAL" clId="{EE9C1259-BE35-4EE6-A069-C0591868BD62}" dt="2024-06-24T03:57:28.211" v="6219" actId="1035"/>
        <pc:sldMkLst>
          <pc:docMk/>
          <pc:sldMk cId="2623234879" sldId="812"/>
        </pc:sldMkLst>
      </pc:sldChg>
      <pc:sldChg chg="addSp delSp modSp add del mod">
        <pc:chgData name="나종열" userId="5f9a479e-ec78-4342-9635-708b150fb5c1" providerId="ADAL" clId="{EE9C1259-BE35-4EE6-A069-C0591868BD62}" dt="2024-06-23T17:58:07.595" v="3794" actId="47"/>
        <pc:sldMkLst>
          <pc:docMk/>
          <pc:sldMk cId="3805207438" sldId="813"/>
        </pc:sldMkLst>
      </pc:sldChg>
      <pc:sldChg chg="addSp delSp modSp add mod">
        <pc:chgData name="나종열" userId="5f9a479e-ec78-4342-9635-708b150fb5c1" providerId="ADAL" clId="{EE9C1259-BE35-4EE6-A069-C0591868BD62}" dt="2024-06-24T02:13:29.929" v="5478" actId="14100"/>
        <pc:sldMkLst>
          <pc:docMk/>
          <pc:sldMk cId="3764763566" sldId="814"/>
        </pc:sldMkLst>
      </pc:sldChg>
      <pc:sldChg chg="addSp delSp modSp add mod">
        <pc:chgData name="나종열" userId="5f9a479e-ec78-4342-9635-708b150fb5c1" providerId="ADAL" clId="{EE9C1259-BE35-4EE6-A069-C0591868BD62}" dt="2024-06-24T03:54:41.794" v="6186" actId="1036"/>
        <pc:sldMkLst>
          <pc:docMk/>
          <pc:sldMk cId="2425572448" sldId="815"/>
        </pc:sldMkLst>
      </pc:sldChg>
      <pc:sldChg chg="addSp modSp add mod ord">
        <pc:chgData name="나종열" userId="5f9a479e-ec78-4342-9635-708b150fb5c1" providerId="ADAL" clId="{EE9C1259-BE35-4EE6-A069-C0591868BD62}" dt="2024-06-24T03:54:30.601" v="6183" actId="1036"/>
        <pc:sldMkLst>
          <pc:docMk/>
          <pc:sldMk cId="2999543409" sldId="816"/>
        </pc:sldMkLst>
      </pc:sldChg>
      <pc:sldChg chg="addSp delSp modSp add mod ord modShow">
        <pc:chgData name="나종열" userId="5f9a479e-ec78-4342-9635-708b150fb5c1" providerId="ADAL" clId="{EE9C1259-BE35-4EE6-A069-C0591868BD62}" dt="2024-06-23T18:02:58.165" v="3973" actId="729"/>
        <pc:sldMkLst>
          <pc:docMk/>
          <pc:sldMk cId="1811398685" sldId="817"/>
        </pc:sldMkLst>
      </pc:sldChg>
      <pc:sldChg chg="addSp delSp modSp add mod ord delAnim modShow">
        <pc:chgData name="나종열" userId="5f9a479e-ec78-4342-9635-708b150fb5c1" providerId="ADAL" clId="{EE9C1259-BE35-4EE6-A069-C0591868BD62}" dt="2024-06-24T04:18:22.878" v="6287"/>
        <pc:sldMkLst>
          <pc:docMk/>
          <pc:sldMk cId="3918044939" sldId="818"/>
        </pc:sldMkLst>
      </pc:sldChg>
      <pc:sldChg chg="addSp delSp modSp add mod">
        <pc:chgData name="나종열" userId="5f9a479e-ec78-4342-9635-708b150fb5c1" providerId="ADAL" clId="{EE9C1259-BE35-4EE6-A069-C0591868BD62}" dt="2024-06-24T02:00:41.456" v="5238" actId="14100"/>
        <pc:sldMkLst>
          <pc:docMk/>
          <pc:sldMk cId="2068341722" sldId="819"/>
        </pc:sldMkLst>
      </pc:sldChg>
      <pc:sldChg chg="add del">
        <pc:chgData name="나종열" userId="5f9a479e-ec78-4342-9635-708b150fb5c1" providerId="ADAL" clId="{EE9C1259-BE35-4EE6-A069-C0591868BD62}" dt="2024-06-23T17:57:47.988" v="3775"/>
        <pc:sldMkLst>
          <pc:docMk/>
          <pc:sldMk cId="203902549" sldId="820"/>
        </pc:sldMkLst>
      </pc:sldChg>
      <pc:sldChg chg="addSp delSp modSp add mod ord delAnim modShow">
        <pc:chgData name="나종열" userId="5f9a479e-ec78-4342-9635-708b150fb5c1" providerId="ADAL" clId="{EE9C1259-BE35-4EE6-A069-C0591868BD62}" dt="2024-06-24T04:18:22.878" v="6287"/>
        <pc:sldMkLst>
          <pc:docMk/>
          <pc:sldMk cId="2029039592" sldId="820"/>
        </pc:sldMkLst>
      </pc:sldChg>
      <pc:sldChg chg="addSp delSp modSp new mod">
        <pc:chgData name="나종열" userId="5f9a479e-ec78-4342-9635-708b150fb5c1" providerId="ADAL" clId="{EE9C1259-BE35-4EE6-A069-C0591868BD62}" dt="2024-06-24T04:30:29.816" v="6314" actId="20577"/>
        <pc:sldMkLst>
          <pc:docMk/>
          <pc:sldMk cId="536955997" sldId="821"/>
        </pc:sldMkLst>
      </pc:sldChg>
    </pc:docChg>
  </pc:docChgLst>
  <pc:docChgLst>
    <pc:chgData name="나종열" userId="5f9a479e-ec78-4342-9635-708b150fb5c1" providerId="ADAL" clId="{FDC54766-5067-4214-9B05-F6B2BC2E0B98}"/>
    <pc:docChg chg="undo custSel addSld delSld modSld sldOrd addSection delSection modSection">
      <pc:chgData name="나종열" userId="5f9a479e-ec78-4342-9635-708b150fb5c1" providerId="ADAL" clId="{FDC54766-5067-4214-9B05-F6B2BC2E0B98}" dt="2024-10-23T09:42:48.308" v="1599" actId="17846"/>
      <pc:docMkLst>
        <pc:docMk/>
      </pc:docMkLst>
      <pc:sldChg chg="addSp delSp modSp mod">
        <pc:chgData name="나종열" userId="5f9a479e-ec78-4342-9635-708b150fb5c1" providerId="ADAL" clId="{FDC54766-5067-4214-9B05-F6B2BC2E0B98}" dt="2024-10-23T08:14:57.709" v="1116" actId="20577"/>
        <pc:sldMkLst>
          <pc:docMk/>
          <pc:sldMk cId="1092107962" sldId="284"/>
        </pc:sldMkLst>
        <pc:spChg chg="mod">
          <ac:chgData name="나종열" userId="5f9a479e-ec78-4342-9635-708b150fb5c1" providerId="ADAL" clId="{FDC54766-5067-4214-9B05-F6B2BC2E0B98}" dt="2024-10-23T08:10:32.042" v="1030" actId="404"/>
          <ac:spMkLst>
            <pc:docMk/>
            <pc:sldMk cId="1092107962" sldId="284"/>
            <ac:spMk id="3" creationId="{A95B6DA1-B11F-89E3-6E9A-DDC99F32CC73}"/>
          </ac:spMkLst>
        </pc:spChg>
        <pc:spChg chg="mod">
          <ac:chgData name="나종열" userId="5f9a479e-ec78-4342-9635-708b150fb5c1" providerId="ADAL" clId="{FDC54766-5067-4214-9B05-F6B2BC2E0B98}" dt="2024-10-23T08:14:57.709" v="1116" actId="20577"/>
          <ac:spMkLst>
            <pc:docMk/>
            <pc:sldMk cId="1092107962" sldId="284"/>
            <ac:spMk id="4" creationId="{0CA06797-0665-5BBF-F589-18CF595048A1}"/>
          </ac:spMkLst>
        </pc:spChg>
        <pc:spChg chg="mod">
          <ac:chgData name="나종열" userId="5f9a479e-ec78-4342-9635-708b150fb5c1" providerId="ADAL" clId="{FDC54766-5067-4214-9B05-F6B2BC2E0B98}" dt="2024-10-23T08:10:55.088" v="1039"/>
          <ac:spMkLst>
            <pc:docMk/>
            <pc:sldMk cId="1092107962" sldId="284"/>
            <ac:spMk id="6" creationId="{84CF7F7F-7EDB-B330-5352-4213FAB71D95}"/>
          </ac:spMkLst>
        </pc:spChg>
        <pc:spChg chg="mod">
          <ac:chgData name="나종열" userId="5f9a479e-ec78-4342-9635-708b150fb5c1" providerId="ADAL" clId="{FDC54766-5067-4214-9B05-F6B2BC2E0B98}" dt="2024-10-23T08:11:00.059" v="1041" actId="404"/>
          <ac:spMkLst>
            <pc:docMk/>
            <pc:sldMk cId="1092107962" sldId="284"/>
            <ac:spMk id="7" creationId="{2DC28ABF-C4E5-BB50-B9B8-D27AB7B61083}"/>
          </ac:spMkLst>
        </pc:spChg>
        <pc:spChg chg="mod">
          <ac:chgData name="나종열" userId="5f9a479e-ec78-4342-9635-708b150fb5c1" providerId="ADAL" clId="{FDC54766-5067-4214-9B05-F6B2BC2E0B98}" dt="2024-10-23T08:10:29.308" v="1029" actId="2711"/>
          <ac:spMkLst>
            <pc:docMk/>
            <pc:sldMk cId="1092107962" sldId="284"/>
            <ac:spMk id="9" creationId="{C553C3F3-40CB-405C-9B94-CA44606612C0}"/>
          </ac:spMkLst>
        </pc:spChg>
        <pc:spChg chg="mod">
          <ac:chgData name="나종열" userId="5f9a479e-ec78-4342-9635-708b150fb5c1" providerId="ADAL" clId="{FDC54766-5067-4214-9B05-F6B2BC2E0B98}" dt="2024-10-23T08:10:29.308" v="1029" actId="2711"/>
          <ac:spMkLst>
            <pc:docMk/>
            <pc:sldMk cId="1092107962" sldId="284"/>
            <ac:spMk id="10" creationId="{15E86E34-42B5-2C3B-FC7E-897713D2E9F8}"/>
          </ac:spMkLst>
        </pc:spChg>
        <pc:spChg chg="mod">
          <ac:chgData name="나종열" userId="5f9a479e-ec78-4342-9635-708b150fb5c1" providerId="ADAL" clId="{FDC54766-5067-4214-9B05-F6B2BC2E0B98}" dt="2024-10-23T08:10:29.308" v="1029" actId="2711"/>
          <ac:spMkLst>
            <pc:docMk/>
            <pc:sldMk cId="1092107962" sldId="284"/>
            <ac:spMk id="13" creationId="{6B2D8090-F3F0-2860-E54F-10875B1C49CB}"/>
          </ac:spMkLst>
        </pc:spChg>
        <pc:grpChg chg="add mod">
          <ac:chgData name="나종열" userId="5f9a479e-ec78-4342-9635-708b150fb5c1" providerId="ADAL" clId="{FDC54766-5067-4214-9B05-F6B2BC2E0B98}" dt="2024-10-23T08:10:58.600" v="1040" actId="1076"/>
          <ac:grpSpMkLst>
            <pc:docMk/>
            <pc:sldMk cId="1092107962" sldId="284"/>
            <ac:grpSpMk id="2" creationId="{CDD55ED6-4CD1-2D7C-75ED-479F374EC0B5}"/>
          </ac:grpSpMkLst>
        </pc:grpChg>
      </pc:sldChg>
      <pc:sldChg chg="modSp mod">
        <pc:chgData name="나종열" userId="5f9a479e-ec78-4342-9635-708b150fb5c1" providerId="ADAL" clId="{FDC54766-5067-4214-9B05-F6B2BC2E0B98}" dt="2024-10-23T08:14:46.016" v="1113" actId="113"/>
        <pc:sldMkLst>
          <pc:docMk/>
          <pc:sldMk cId="508098740" sldId="481"/>
        </pc:sldMkLst>
      </pc:sldChg>
      <pc:sldChg chg="addSp delSp modSp mod">
        <pc:chgData name="나종열" userId="5f9a479e-ec78-4342-9635-708b150fb5c1" providerId="ADAL" clId="{FDC54766-5067-4214-9B05-F6B2BC2E0B98}" dt="2024-10-23T08:30:43.649" v="1223" actId="1076"/>
        <pc:sldMkLst>
          <pc:docMk/>
          <pc:sldMk cId="3492390529" sldId="793"/>
        </pc:sldMkLst>
        <pc:spChg chg="mod">
          <ac:chgData name="나종열" userId="5f9a479e-ec78-4342-9635-708b150fb5c1" providerId="ADAL" clId="{FDC54766-5067-4214-9B05-F6B2BC2E0B98}" dt="2024-10-23T08:30:39.313" v="1221" actId="1076"/>
          <ac:spMkLst>
            <pc:docMk/>
            <pc:sldMk cId="3492390529" sldId="793"/>
            <ac:spMk id="2" creationId="{CF870B3A-3BDB-9B64-AAAB-A0170DEA9F51}"/>
          </ac:spMkLst>
        </pc:spChg>
        <pc:spChg chg="mod">
          <ac:chgData name="나종열" userId="5f9a479e-ec78-4342-9635-708b150fb5c1" providerId="ADAL" clId="{FDC54766-5067-4214-9B05-F6B2BC2E0B98}" dt="2024-10-23T08:13:28.792" v="1078" actId="2711"/>
          <ac:spMkLst>
            <pc:docMk/>
            <pc:sldMk cId="3492390529" sldId="793"/>
            <ac:spMk id="3" creationId="{806444F9-AA28-4175-B16D-85DC08627486}"/>
          </ac:spMkLst>
        </pc:spChg>
        <pc:spChg chg="add mod">
          <ac:chgData name="나종열" userId="5f9a479e-ec78-4342-9635-708b150fb5c1" providerId="ADAL" clId="{FDC54766-5067-4214-9B05-F6B2BC2E0B98}" dt="2024-10-23T08:13:37.138" v="1084" actId="1076"/>
          <ac:spMkLst>
            <pc:docMk/>
            <pc:sldMk cId="3492390529" sldId="793"/>
            <ac:spMk id="5" creationId="{7F4537B8-7206-931D-D493-81ED87200F04}"/>
          </ac:spMkLst>
        </pc:spChg>
        <pc:spChg chg="mod">
          <ac:chgData name="나종열" userId="5f9a479e-ec78-4342-9635-708b150fb5c1" providerId="ADAL" clId="{FDC54766-5067-4214-9B05-F6B2BC2E0B98}" dt="2024-10-23T08:30:41.872" v="1222" actId="1076"/>
          <ac:spMkLst>
            <pc:docMk/>
            <pc:sldMk cId="3492390529" sldId="793"/>
            <ac:spMk id="10" creationId="{763535B4-0479-2F16-15F3-00F771FEA68A}"/>
          </ac:spMkLst>
        </pc:spChg>
        <pc:picChg chg="mod">
          <ac:chgData name="나종열" userId="5f9a479e-ec78-4342-9635-708b150fb5c1" providerId="ADAL" clId="{FDC54766-5067-4214-9B05-F6B2BC2E0B98}" dt="2024-10-23T08:30:43.649" v="1223" actId="1076"/>
          <ac:picMkLst>
            <pc:docMk/>
            <pc:sldMk cId="3492390529" sldId="793"/>
            <ac:picMk id="6" creationId="{740C6F6A-EBD6-2EFC-6FC5-0FBE84B44523}"/>
          </ac:picMkLst>
        </pc:picChg>
      </pc:sldChg>
      <pc:sldChg chg="modSp mod modNotesTx">
        <pc:chgData name="나종열" userId="5f9a479e-ec78-4342-9635-708b150fb5c1" providerId="ADAL" clId="{FDC54766-5067-4214-9B05-F6B2BC2E0B98}" dt="2024-10-23T08:15:05.103" v="1118" actId="113"/>
        <pc:sldMkLst>
          <pc:docMk/>
          <pc:sldMk cId="1109995521" sldId="802"/>
        </pc:sldMkLst>
      </pc:sldChg>
      <pc:sldChg chg="modSp mod">
        <pc:chgData name="나종열" userId="5f9a479e-ec78-4342-9635-708b150fb5c1" providerId="ADAL" clId="{FDC54766-5067-4214-9B05-F6B2BC2E0B98}" dt="2024-10-23T09:38:14.583" v="1531" actId="113"/>
        <pc:sldMkLst>
          <pc:docMk/>
          <pc:sldMk cId="3582132411" sldId="803"/>
        </pc:sldMkLst>
      </pc:sldChg>
      <pc:sldChg chg="modSp mod">
        <pc:chgData name="나종열" userId="5f9a479e-ec78-4342-9635-708b150fb5c1" providerId="ADAL" clId="{FDC54766-5067-4214-9B05-F6B2BC2E0B98}" dt="2024-10-23T09:39:08.961" v="1549" actId="20577"/>
        <pc:sldMkLst>
          <pc:docMk/>
          <pc:sldMk cId="2569590959" sldId="804"/>
        </pc:sldMkLst>
      </pc:sldChg>
      <pc:sldChg chg="addSp delSp modSp add del mod ord addAnim delAnim modAnim">
        <pc:chgData name="나종열" userId="5f9a479e-ec78-4342-9635-708b150fb5c1" providerId="ADAL" clId="{FDC54766-5067-4214-9B05-F6B2BC2E0B98}" dt="2024-10-23T09:42:09.348" v="1588"/>
        <pc:sldMkLst>
          <pc:docMk/>
          <pc:sldMk cId="3827164427" sldId="805"/>
        </pc:sldMkLst>
      </pc:sldChg>
      <pc:sldChg chg="add modAnim">
        <pc:chgData name="나종열" userId="5f9a479e-ec78-4342-9635-708b150fb5c1" providerId="ADAL" clId="{FDC54766-5067-4214-9B05-F6B2BC2E0B98}" dt="2024-10-23T09:41:30.956" v="1583"/>
        <pc:sldMkLst>
          <pc:docMk/>
          <pc:sldMk cId="1544088414" sldId="809"/>
        </pc:sldMkLst>
      </pc:sldChg>
      <pc:sldChg chg="addSp delSp modSp del mod addAnim delAnim modAnim modShow">
        <pc:chgData name="나종열" userId="5f9a479e-ec78-4342-9635-708b150fb5c1" providerId="ADAL" clId="{FDC54766-5067-4214-9B05-F6B2BC2E0B98}" dt="2024-10-23T09:35:47.125" v="1505" actId="2696"/>
        <pc:sldMkLst>
          <pc:docMk/>
          <pc:sldMk cId="1739140186" sldId="809"/>
        </pc:sldMkLst>
      </pc:sldChg>
      <pc:sldChg chg="del">
        <pc:chgData name="나종열" userId="5f9a479e-ec78-4342-9635-708b150fb5c1" providerId="ADAL" clId="{FDC54766-5067-4214-9B05-F6B2BC2E0B98}" dt="2024-10-23T09:24:05.649" v="1310" actId="47"/>
        <pc:sldMkLst>
          <pc:docMk/>
          <pc:sldMk cId="558988647" sldId="811"/>
        </pc:sldMkLst>
      </pc:sldChg>
      <pc:sldChg chg="addSp delSp modSp del mod ord">
        <pc:chgData name="나종열" userId="5f9a479e-ec78-4342-9635-708b150fb5c1" providerId="ADAL" clId="{FDC54766-5067-4214-9B05-F6B2BC2E0B98}" dt="2024-10-23T09:27:03.287" v="1344" actId="47"/>
        <pc:sldMkLst>
          <pc:docMk/>
          <pc:sldMk cId="2623234879" sldId="812"/>
        </pc:sldMkLst>
      </pc:sldChg>
      <pc:sldChg chg="modSp mod">
        <pc:chgData name="나종열" userId="5f9a479e-ec78-4342-9635-708b150fb5c1" providerId="ADAL" clId="{FDC54766-5067-4214-9B05-F6B2BC2E0B98}" dt="2024-10-23T09:38:21.898" v="1535" actId="113"/>
        <pc:sldMkLst>
          <pc:docMk/>
          <pc:sldMk cId="3764763566" sldId="814"/>
        </pc:sldMkLst>
      </pc:sldChg>
      <pc:sldChg chg="modSp mod">
        <pc:chgData name="나종열" userId="5f9a479e-ec78-4342-9635-708b150fb5c1" providerId="ADAL" clId="{FDC54766-5067-4214-9B05-F6B2BC2E0B98}" dt="2024-10-23T09:38:13.103" v="1530" actId="113"/>
        <pc:sldMkLst>
          <pc:docMk/>
          <pc:sldMk cId="2425572448" sldId="815"/>
        </pc:sldMkLst>
      </pc:sldChg>
      <pc:sldChg chg="modSp mod">
        <pc:chgData name="나종열" userId="5f9a479e-ec78-4342-9635-708b150fb5c1" providerId="ADAL" clId="{FDC54766-5067-4214-9B05-F6B2BC2E0B98}" dt="2024-10-23T09:38:16.016" v="1532" actId="113"/>
        <pc:sldMkLst>
          <pc:docMk/>
          <pc:sldMk cId="2999543409" sldId="816"/>
        </pc:sldMkLst>
      </pc:sldChg>
      <pc:sldChg chg="addSp delSp modSp add mod modAnim modShow chgLayout">
        <pc:chgData name="나종열" userId="5f9a479e-ec78-4342-9635-708b150fb5c1" providerId="ADAL" clId="{FDC54766-5067-4214-9B05-F6B2BC2E0B98}" dt="2024-10-23T09:42:15.185" v="1590" actId="20577"/>
        <pc:sldMkLst>
          <pc:docMk/>
          <pc:sldMk cId="1137890861" sldId="818"/>
        </pc:sldMkLst>
      </pc:sldChg>
      <pc:sldChg chg="del">
        <pc:chgData name="나종열" userId="5f9a479e-ec78-4342-9635-708b150fb5c1" providerId="ADAL" clId="{FDC54766-5067-4214-9B05-F6B2BC2E0B98}" dt="2024-10-23T05:03:04.089" v="19" actId="2696"/>
        <pc:sldMkLst>
          <pc:docMk/>
          <pc:sldMk cId="3918044939" sldId="818"/>
        </pc:sldMkLst>
      </pc:sldChg>
      <pc:sldChg chg="addSp delSp modSp mod ord">
        <pc:chgData name="나종열" userId="5f9a479e-ec78-4342-9635-708b150fb5c1" providerId="ADAL" clId="{FDC54766-5067-4214-9B05-F6B2BC2E0B98}" dt="2024-10-23T09:37:41.691" v="1524" actId="2711"/>
        <pc:sldMkLst>
          <pc:docMk/>
          <pc:sldMk cId="2068341722" sldId="819"/>
        </pc:sldMkLst>
      </pc:sldChg>
      <pc:sldChg chg="addSp delSp modSp add mod modAnim modShow chgLayout">
        <pc:chgData name="나종열" userId="5f9a479e-ec78-4342-9635-708b150fb5c1" providerId="ADAL" clId="{FDC54766-5067-4214-9B05-F6B2BC2E0B98}" dt="2024-10-23T09:42:20.526" v="1598" actId="20577"/>
        <pc:sldMkLst>
          <pc:docMk/>
          <pc:sldMk cId="1323751586" sldId="820"/>
        </pc:sldMkLst>
      </pc:sldChg>
      <pc:sldChg chg="del">
        <pc:chgData name="나종열" userId="5f9a479e-ec78-4342-9635-708b150fb5c1" providerId="ADAL" clId="{FDC54766-5067-4214-9B05-F6B2BC2E0B98}" dt="2024-10-23T05:03:04.089" v="19" actId="2696"/>
        <pc:sldMkLst>
          <pc:docMk/>
          <pc:sldMk cId="2029039592" sldId="820"/>
        </pc:sldMkLst>
      </pc:sldChg>
      <pc:sldChg chg="new del">
        <pc:chgData name="나종열" userId="5f9a479e-ec78-4342-9635-708b150fb5c1" providerId="ADAL" clId="{FDC54766-5067-4214-9B05-F6B2BC2E0B98}" dt="2024-10-23T05:56:27.593" v="26" actId="47"/>
        <pc:sldMkLst>
          <pc:docMk/>
          <pc:sldMk cId="123002945" sldId="821"/>
        </pc:sldMkLst>
      </pc:sldChg>
      <pc:sldChg chg="del">
        <pc:chgData name="나종열" userId="5f9a479e-ec78-4342-9635-708b150fb5c1" providerId="ADAL" clId="{FDC54766-5067-4214-9B05-F6B2BC2E0B98}" dt="2024-10-22T11:43:34.416" v="17" actId="47"/>
        <pc:sldMkLst>
          <pc:docMk/>
          <pc:sldMk cId="536955997" sldId="821"/>
        </pc:sldMkLst>
      </pc:sldChg>
      <pc:sldChg chg="addSp delSp modSp add del mod addAnim delAnim modAnim modShow">
        <pc:chgData name="나종열" userId="5f9a479e-ec78-4342-9635-708b150fb5c1" providerId="ADAL" clId="{FDC54766-5067-4214-9B05-F6B2BC2E0B98}" dt="2024-10-23T09:35:47.125" v="1505" actId="2696"/>
        <pc:sldMkLst>
          <pc:docMk/>
          <pc:sldMk cId="546971061" sldId="821"/>
        </pc:sldMkLst>
      </pc:sldChg>
      <pc:sldChg chg="add del">
        <pc:chgData name="나종열" userId="5f9a479e-ec78-4342-9635-708b150fb5c1" providerId="ADAL" clId="{FDC54766-5067-4214-9B05-F6B2BC2E0B98}" dt="2024-10-23T05:03:07.440" v="21" actId="47"/>
        <pc:sldMkLst>
          <pc:docMk/>
          <pc:sldMk cId="2275135832" sldId="821"/>
        </pc:sldMkLst>
      </pc:sldChg>
      <pc:sldChg chg="add modAnim">
        <pc:chgData name="나종열" userId="5f9a479e-ec78-4342-9635-708b150fb5c1" providerId="ADAL" clId="{FDC54766-5067-4214-9B05-F6B2BC2E0B98}" dt="2024-10-23T09:41:29.399" v="1582"/>
        <pc:sldMkLst>
          <pc:docMk/>
          <pc:sldMk cId="2477351101" sldId="821"/>
        </pc:sldMkLst>
      </pc:sldChg>
      <pc:sldChg chg="addSp delSp modSp add mod">
        <pc:chgData name="나종열" userId="5f9a479e-ec78-4342-9635-708b150fb5c1" providerId="ADAL" clId="{FDC54766-5067-4214-9B05-F6B2BC2E0B98}" dt="2024-10-23T09:42:05.963" v="1586" actId="478"/>
        <pc:sldMkLst>
          <pc:docMk/>
          <pc:sldMk cId="444582879" sldId="822"/>
        </pc:sldMkLst>
        <pc:spChg chg="mod">
          <ac:chgData name="나종열" userId="5f9a479e-ec78-4342-9635-708b150fb5c1" providerId="ADAL" clId="{FDC54766-5067-4214-9B05-F6B2BC2E0B98}" dt="2024-10-23T08:14:25.251" v="1102" actId="1076"/>
          <ac:spMkLst>
            <pc:docMk/>
            <pc:sldMk cId="444582879" sldId="822"/>
            <ac:spMk id="2" creationId="{97D90638-1924-0374-7974-2F498C156137}"/>
          </ac:spMkLst>
        </pc:spChg>
        <pc:spChg chg="add del mod">
          <ac:chgData name="나종열" userId="5f9a479e-ec78-4342-9635-708b150fb5c1" providerId="ADAL" clId="{FDC54766-5067-4214-9B05-F6B2BC2E0B98}" dt="2024-10-23T09:42:05.963" v="1586" actId="478"/>
          <ac:spMkLst>
            <pc:docMk/>
            <pc:sldMk cId="444582879" sldId="822"/>
            <ac:spMk id="4" creationId="{806444F9-AA28-4175-B16D-85DC08627486}"/>
          </ac:spMkLst>
        </pc:spChg>
      </pc:sldChg>
      <pc:sldChg chg="add del">
        <pc:chgData name="나종열" userId="5f9a479e-ec78-4342-9635-708b150fb5c1" providerId="ADAL" clId="{FDC54766-5067-4214-9B05-F6B2BC2E0B98}" dt="2024-10-23T05:56:28.899" v="27" actId="47"/>
        <pc:sldMkLst>
          <pc:docMk/>
          <pc:sldMk cId="1104382306" sldId="822"/>
        </pc:sldMkLst>
      </pc:sldChg>
      <pc:sldChg chg="addSp delSp modSp add mod">
        <pc:chgData name="나종열" userId="5f9a479e-ec78-4342-9635-708b150fb5c1" providerId="ADAL" clId="{FDC54766-5067-4214-9B05-F6B2BC2E0B98}" dt="2024-10-23T09:33:23.085" v="1484" actId="115"/>
        <pc:sldMkLst>
          <pc:docMk/>
          <pc:sldMk cId="3389546399" sldId="823"/>
        </pc:sldMkLst>
        <pc:spChg chg="mod">
          <ac:chgData name="나종열" userId="5f9a479e-ec78-4342-9635-708b150fb5c1" providerId="ADAL" clId="{FDC54766-5067-4214-9B05-F6B2BC2E0B98}" dt="2024-10-23T08:30:34.672" v="1219" actId="1076"/>
          <ac:spMkLst>
            <pc:docMk/>
            <pc:sldMk cId="3389546399" sldId="823"/>
            <ac:spMk id="2" creationId="{CF870B3A-3BDB-9B64-AAAB-A0170DEA9F51}"/>
          </ac:spMkLst>
        </pc:spChg>
        <pc:spChg chg="mod">
          <ac:chgData name="나종열" userId="5f9a479e-ec78-4342-9635-708b150fb5c1" providerId="ADAL" clId="{FDC54766-5067-4214-9B05-F6B2BC2E0B98}" dt="2024-10-23T08:28:11.301" v="1185" actId="2711"/>
          <ac:spMkLst>
            <pc:docMk/>
            <pc:sldMk cId="3389546399" sldId="823"/>
            <ac:spMk id="3" creationId="{806444F9-AA28-4175-B16D-85DC08627486}"/>
          </ac:spMkLst>
        </pc:spChg>
        <pc:spChg chg="add del mod">
          <ac:chgData name="나종열" userId="5f9a479e-ec78-4342-9635-708b150fb5c1" providerId="ADAL" clId="{FDC54766-5067-4214-9B05-F6B2BC2E0B98}" dt="2024-10-23T09:33:23.085" v="1484" actId="115"/>
          <ac:spMkLst>
            <pc:docMk/>
            <pc:sldMk cId="3389546399" sldId="823"/>
            <ac:spMk id="5" creationId="{0EF9CA68-8C75-6C70-619D-89709E4EFB71}"/>
          </ac:spMkLst>
        </pc:spChg>
        <pc:spChg chg="add mod">
          <ac:chgData name="나종열" userId="5f9a479e-ec78-4342-9635-708b150fb5c1" providerId="ADAL" clId="{FDC54766-5067-4214-9B05-F6B2BC2E0B98}" dt="2024-10-23T08:28:16.842" v="1188" actId="20577"/>
          <ac:spMkLst>
            <pc:docMk/>
            <pc:sldMk cId="3389546399" sldId="823"/>
            <ac:spMk id="8" creationId="{F154F10C-3266-EEBA-9469-E21970AE61C7}"/>
          </ac:spMkLst>
        </pc:spChg>
        <pc:picChg chg="add mod">
          <ac:chgData name="나종열" userId="5f9a479e-ec78-4342-9635-708b150fb5c1" providerId="ADAL" clId="{FDC54766-5067-4214-9B05-F6B2BC2E0B98}" dt="2024-10-23T08:31:56.797" v="1245" actId="1076"/>
          <ac:picMkLst>
            <pc:docMk/>
            <pc:sldMk cId="3389546399" sldId="823"/>
            <ac:picMk id="10" creationId="{11C55836-5580-D6E2-ECF3-7FC1308A9678}"/>
          </ac:picMkLst>
        </pc:picChg>
      </pc:sldChg>
      <pc:sldChg chg="addSp delSp modSp add mod">
        <pc:chgData name="나종열" userId="5f9a479e-ec78-4342-9635-708b150fb5c1" providerId="ADAL" clId="{FDC54766-5067-4214-9B05-F6B2BC2E0B98}" dt="2024-10-23T09:33:34.238" v="1485" actId="115"/>
        <pc:sldMkLst>
          <pc:docMk/>
          <pc:sldMk cId="618376089" sldId="824"/>
        </pc:sldMkLst>
      </pc:sldChg>
      <pc:sldChg chg="addSp delSp modSp add del mod ord">
        <pc:chgData name="나종열" userId="5f9a479e-ec78-4342-9635-708b150fb5c1" providerId="ADAL" clId="{FDC54766-5067-4214-9B05-F6B2BC2E0B98}" dt="2024-10-23T09:29:44.042" v="1394" actId="47"/>
        <pc:sldMkLst>
          <pc:docMk/>
          <pc:sldMk cId="1855808619" sldId="825"/>
        </pc:sldMkLst>
      </pc:sldChg>
      <pc:sldChg chg="modSp add del mod">
        <pc:chgData name="나종열" userId="5f9a479e-ec78-4342-9635-708b150fb5c1" providerId="ADAL" clId="{FDC54766-5067-4214-9B05-F6B2BC2E0B98}" dt="2024-10-23T09:29:42.958" v="1393" actId="47"/>
        <pc:sldMkLst>
          <pc:docMk/>
          <pc:sldMk cId="4226095448" sldId="826"/>
        </pc:sldMkLst>
      </pc:sldChg>
      <pc:sldChg chg="delSp modSp add del mod ord">
        <pc:chgData name="나종열" userId="5f9a479e-ec78-4342-9635-708b150fb5c1" providerId="ADAL" clId="{FDC54766-5067-4214-9B05-F6B2BC2E0B98}" dt="2024-10-23T09:29:50.575" v="1397" actId="47"/>
        <pc:sldMkLst>
          <pc:docMk/>
          <pc:sldMk cId="3302359044" sldId="827"/>
        </pc:sldMkLst>
      </pc:sldChg>
      <pc:sldChg chg="modSp add mod">
        <pc:chgData name="나종열" userId="5f9a479e-ec78-4342-9635-708b150fb5c1" providerId="ADAL" clId="{FDC54766-5067-4214-9B05-F6B2BC2E0B98}" dt="2024-10-23T09:34:19.772" v="1500" actId="115"/>
        <pc:sldMkLst>
          <pc:docMk/>
          <pc:sldMk cId="2853347817" sldId="828"/>
        </pc:sldMkLst>
      </pc:sldChg>
      <pc:sldChg chg="new del">
        <pc:chgData name="나종열" userId="5f9a479e-ec78-4342-9635-708b150fb5c1" providerId="ADAL" clId="{FDC54766-5067-4214-9B05-F6B2BC2E0B98}" dt="2024-10-23T06:20:01.824" v="367" actId="47"/>
        <pc:sldMkLst>
          <pc:docMk/>
          <pc:sldMk cId="2975553287" sldId="828"/>
        </pc:sldMkLst>
      </pc:sldChg>
      <pc:sldChg chg="modSp add del mod ord">
        <pc:chgData name="나종열" userId="5f9a479e-ec78-4342-9635-708b150fb5c1" providerId="ADAL" clId="{FDC54766-5067-4214-9B05-F6B2BC2E0B98}" dt="2024-10-23T09:29:51.882" v="1398" actId="2696"/>
        <pc:sldMkLst>
          <pc:docMk/>
          <pc:sldMk cId="3656021471" sldId="828"/>
        </pc:sldMkLst>
      </pc:sldChg>
      <pc:sldChg chg="addSp delSp modSp add del mod">
        <pc:chgData name="나종열" userId="5f9a479e-ec78-4342-9635-708b150fb5c1" providerId="ADAL" clId="{FDC54766-5067-4214-9B05-F6B2BC2E0B98}" dt="2024-10-23T09:36:52.015" v="1512" actId="2696"/>
        <pc:sldMkLst>
          <pc:docMk/>
          <pc:sldMk cId="792195336" sldId="829"/>
        </pc:sldMkLst>
      </pc:sldChg>
      <pc:sldChg chg="modSp add del mod">
        <pc:chgData name="나종열" userId="5f9a479e-ec78-4342-9635-708b150fb5c1" providerId="ADAL" clId="{FDC54766-5067-4214-9B05-F6B2BC2E0B98}" dt="2024-10-23T06:21:52.529" v="382" actId="47"/>
        <pc:sldMkLst>
          <pc:docMk/>
          <pc:sldMk cId="1339486581" sldId="829"/>
        </pc:sldMkLst>
      </pc:sldChg>
      <pc:sldChg chg="add del">
        <pc:chgData name="나종열" userId="5f9a479e-ec78-4342-9635-708b150fb5c1" providerId="ADAL" clId="{FDC54766-5067-4214-9B05-F6B2BC2E0B98}" dt="2024-10-23T06:20:06.426" v="370"/>
        <pc:sldMkLst>
          <pc:docMk/>
          <pc:sldMk cId="3642908719" sldId="829"/>
        </pc:sldMkLst>
      </pc:sldChg>
      <pc:sldChg chg="addSp delSp modSp add mod">
        <pc:chgData name="나종열" userId="5f9a479e-ec78-4342-9635-708b150fb5c1" providerId="ADAL" clId="{FDC54766-5067-4214-9B05-F6B2BC2E0B98}" dt="2024-10-23T09:37:24.781" v="1521"/>
        <pc:sldMkLst>
          <pc:docMk/>
          <pc:sldMk cId="3922798133" sldId="829"/>
        </pc:sldMkLst>
        <pc:spChg chg="add mod">
          <ac:chgData name="나종열" userId="5f9a479e-ec78-4342-9635-708b150fb5c1" providerId="ADAL" clId="{FDC54766-5067-4214-9B05-F6B2BC2E0B98}" dt="2024-10-23T09:37:02.491" v="1515"/>
          <ac:spMkLst>
            <pc:docMk/>
            <pc:sldMk cId="3922798133" sldId="829"/>
            <ac:spMk id="2" creationId="{D3BBFAA7-9935-724C-0BA6-322CF91C4820}"/>
          </ac:spMkLst>
        </pc:spChg>
        <pc:spChg chg="mod">
          <ac:chgData name="나종열" userId="5f9a479e-ec78-4342-9635-708b150fb5c1" providerId="ADAL" clId="{FDC54766-5067-4214-9B05-F6B2BC2E0B98}" dt="2024-10-23T09:37:12.547" v="1517" actId="1076"/>
          <ac:spMkLst>
            <pc:docMk/>
            <pc:sldMk cId="3922798133" sldId="829"/>
            <ac:spMk id="7" creationId="{940A0362-86B5-3FD6-D004-E63254C8A9C9}"/>
          </ac:spMkLst>
        </pc:spChg>
      </pc:sldChg>
      <pc:sldChg chg="add del">
        <pc:chgData name="나종열" userId="5f9a479e-ec78-4342-9635-708b150fb5c1" providerId="ADAL" clId="{FDC54766-5067-4214-9B05-F6B2BC2E0B98}" dt="2024-10-23T08:10:02.864" v="1028" actId="47"/>
        <pc:sldMkLst>
          <pc:docMk/>
          <pc:sldMk cId="2757586576" sldId="830"/>
        </pc:sldMkLst>
      </pc:sldChg>
      <pc:sldChg chg="addSp delSp modSp add mod ord">
        <pc:chgData name="나종열" userId="5f9a479e-ec78-4342-9635-708b150fb5c1" providerId="ADAL" clId="{FDC54766-5067-4214-9B05-F6B2BC2E0B98}" dt="2024-10-23T09:37:30.103" v="1522" actId="2711"/>
        <pc:sldMkLst>
          <pc:docMk/>
          <pc:sldMk cId="3450619012" sldId="830"/>
        </pc:sldMkLst>
      </pc:sldChg>
      <pc:sldChg chg="add del">
        <pc:chgData name="나종열" userId="5f9a479e-ec78-4342-9635-708b150fb5c1" providerId="ADAL" clId="{FDC54766-5067-4214-9B05-F6B2BC2E0B98}" dt="2024-10-23T09:26:10.549" v="1335"/>
        <pc:sldMkLst>
          <pc:docMk/>
          <pc:sldMk cId="1556985087" sldId="831"/>
        </pc:sldMkLst>
      </pc:sldChg>
      <pc:sldChg chg="addSp delSp modSp add mod">
        <pc:chgData name="나종열" userId="5f9a479e-ec78-4342-9635-708b150fb5c1" providerId="ADAL" clId="{FDC54766-5067-4214-9B05-F6B2BC2E0B98}" dt="2024-10-23T09:37:34.333" v="1523" actId="2711"/>
        <pc:sldMkLst>
          <pc:docMk/>
          <pc:sldMk cId="3519579862" sldId="831"/>
        </pc:sldMkLst>
      </pc:sldChg>
    </pc:docChg>
  </pc:docChgLst>
  <pc:docChgLst>
    <pc:chgData name="나종열" userId="5f9a479e-ec78-4342-9635-708b150fb5c1" providerId="ADAL" clId="{E8BD0731-0CAE-4898-80FB-E0618DBC52EB}"/>
    <pc:docChg chg="undo custSel addSld delSld modSld sldOrd">
      <pc:chgData name="나종열" userId="5f9a479e-ec78-4342-9635-708b150fb5c1" providerId="ADAL" clId="{E8BD0731-0CAE-4898-80FB-E0618DBC52EB}" dt="2024-03-28T23:51:58.550" v="3079" actId="20577"/>
      <pc:docMkLst>
        <pc:docMk/>
      </pc:docMkLst>
      <pc:sldChg chg="delSp modSp">
        <pc:chgData name="나종열" userId="5f9a479e-ec78-4342-9635-708b150fb5c1" providerId="ADAL" clId="{E8BD0731-0CAE-4898-80FB-E0618DBC52EB}" dt="2024-03-28T19:11:05.534" v="697" actId="20577"/>
        <pc:sldMkLst>
          <pc:docMk/>
          <pc:sldMk cId="1092107962" sldId="284"/>
        </pc:sldMkLst>
      </pc:sldChg>
    </pc:docChg>
  </pc:docChgLst>
  <pc:docChgLst>
    <pc:chgData name="나종열" userId="5f9a479e-ec78-4342-9635-708b150fb5c1" providerId="ADAL" clId="{E2B1C1BB-FA9C-43B9-BA47-007435986D11}"/>
    <pc:docChg chg="undo custSel addSld delSld modSld sldOrd">
      <pc:chgData name="나종열" userId="5f9a479e-ec78-4342-9635-708b150fb5c1" providerId="ADAL" clId="{E2B1C1BB-FA9C-43B9-BA47-007435986D11}" dt="2024-04-12T07:13:05.669" v="140" actId="478"/>
      <pc:docMkLst>
        <pc:docMk/>
      </pc:docMkLst>
    </pc:docChg>
  </pc:docChgLst>
  <pc:docChgLst>
    <pc:chgData name="나종열" userId="5f9a479e-ec78-4342-9635-708b150fb5c1" providerId="ADAL" clId="{C302F8B4-A18C-4A17-9CE5-02D0DB4B77A2}"/>
    <pc:docChg chg="undo custSel addSld delSld modSld">
      <pc:chgData name="나종열" userId="5f9a479e-ec78-4342-9635-708b150fb5c1" providerId="ADAL" clId="{C302F8B4-A18C-4A17-9CE5-02D0DB4B77A2}" dt="2024-05-03T11:47:37.632" v="427" actId="1076"/>
      <pc:docMkLst>
        <pc:docMk/>
      </pc:docMkLst>
      <pc:sldChg chg="addSp delSp modSp">
        <pc:chgData name="나종열" userId="5f9a479e-ec78-4342-9635-708b150fb5c1" providerId="ADAL" clId="{C302F8B4-A18C-4A17-9CE5-02D0DB4B77A2}" dt="2024-05-03T11:28:15.970" v="368" actId="207"/>
        <pc:sldMkLst>
          <pc:docMk/>
          <pc:sldMk cId="508098740" sldId="481"/>
        </pc:sldMkLst>
      </pc:sldChg>
      <pc:sldChg chg="del">
        <pc:chgData name="나종열" userId="5f9a479e-ec78-4342-9635-708b150fb5c1" providerId="ADAL" clId="{C302F8B4-A18C-4A17-9CE5-02D0DB4B77A2}" dt="2024-05-03T11:11:22.376" v="1" actId="2696"/>
        <pc:sldMkLst>
          <pc:docMk/>
          <pc:sldMk cId="52849697" sldId="780"/>
        </pc:sldMkLst>
      </pc:sldChg>
      <pc:sldChg chg="add del">
        <pc:chgData name="나종열" userId="5f9a479e-ec78-4342-9635-708b150fb5c1" providerId="ADAL" clId="{C302F8B4-A18C-4A17-9CE5-02D0DB4B77A2}" dt="2024-05-03T11:47:37.465" v="426" actId="2696"/>
        <pc:sldMkLst>
          <pc:docMk/>
          <pc:sldMk cId="2665333128" sldId="783"/>
        </pc:sldMkLst>
      </pc:sldChg>
      <pc:sldChg chg="add del">
        <pc:chgData name="나종열" userId="5f9a479e-ec78-4342-9635-708b150fb5c1" providerId="ADAL" clId="{C302F8B4-A18C-4A17-9CE5-02D0DB4B77A2}" dt="2024-05-03T11:47:36.816" v="422" actId="2696"/>
        <pc:sldMkLst>
          <pc:docMk/>
          <pc:sldMk cId="219675069" sldId="784"/>
        </pc:sldMkLst>
      </pc:sldChg>
      <pc:sldChg chg="add del">
        <pc:chgData name="나종열" userId="5f9a479e-ec78-4342-9635-708b150fb5c1" providerId="ADAL" clId="{C302F8B4-A18C-4A17-9CE5-02D0DB4B77A2}" dt="2024-05-03T11:47:37.144" v="424" actId="2696"/>
        <pc:sldMkLst>
          <pc:docMk/>
          <pc:sldMk cId="3044549692" sldId="785"/>
        </pc:sldMkLst>
      </pc:sldChg>
      <pc:sldChg chg="add del">
        <pc:chgData name="나종열" userId="5f9a479e-ec78-4342-9635-708b150fb5c1" providerId="ADAL" clId="{C302F8B4-A18C-4A17-9CE5-02D0DB4B77A2}" dt="2024-05-03T11:47:36.985" v="423" actId="2696"/>
        <pc:sldMkLst>
          <pc:docMk/>
          <pc:sldMk cId="1771404104" sldId="786"/>
        </pc:sldMkLst>
      </pc:sldChg>
      <pc:sldChg chg="add del">
        <pc:chgData name="나종열" userId="5f9a479e-ec78-4342-9635-708b150fb5c1" providerId="ADAL" clId="{C302F8B4-A18C-4A17-9CE5-02D0DB4B77A2}" dt="2024-05-03T11:20:23.147" v="143" actId="2696"/>
        <pc:sldMkLst>
          <pc:docMk/>
          <pc:sldMk cId="554188208" sldId="792"/>
        </pc:sldMkLst>
      </pc:sldChg>
      <pc:sldChg chg="add del">
        <pc:chgData name="나종열" userId="5f9a479e-ec78-4342-9635-708b150fb5c1" providerId="ADAL" clId="{C302F8B4-A18C-4A17-9CE5-02D0DB4B77A2}" dt="2024-05-03T11:47:37.303" v="425" actId="2696"/>
        <pc:sldMkLst>
          <pc:docMk/>
          <pc:sldMk cId="2619000591" sldId="796"/>
        </pc:sldMkLst>
      </pc:sldChg>
      <pc:sldChg chg="modSp add">
        <pc:chgData name="나종열" userId="5f9a479e-ec78-4342-9635-708b150fb5c1" providerId="ADAL" clId="{C302F8B4-A18C-4A17-9CE5-02D0DB4B77A2}" dt="2024-05-03T11:47:37.632" v="427" actId="1076"/>
        <pc:sldMkLst>
          <pc:docMk/>
          <pc:sldMk cId="1109995521" sldId="802"/>
        </pc:sldMkLst>
      </pc:sldChg>
    </pc:docChg>
  </pc:docChgLst>
  <pc:docChgLst>
    <pc:chgData name="나종열" userId="5f9a479e-ec78-4342-9635-708b150fb5c1" providerId="ADAL" clId="{54B71187-BF9F-E04E-9822-F315733E5D0C}"/>
    <pc:docChg chg="undo custSel delSld modSld">
      <pc:chgData name="나종열" userId="5f9a479e-ec78-4342-9635-708b150fb5c1" providerId="ADAL" clId="{54B71187-BF9F-E04E-9822-F315733E5D0C}" dt="2024-06-24T00:42:54.575" v="140" actId="1076"/>
      <pc:docMkLst>
        <pc:docMk/>
      </pc:docMkLst>
      <pc:sldChg chg="modSp mod">
        <pc:chgData name="나종열" userId="5f9a479e-ec78-4342-9635-708b150fb5c1" providerId="ADAL" clId="{54B71187-BF9F-E04E-9822-F315733E5D0C}" dt="2024-06-24T00:40:35.071" v="99" actId="20577"/>
        <pc:sldMkLst>
          <pc:docMk/>
          <pc:sldMk cId="2569590959" sldId="804"/>
        </pc:sldMkLst>
      </pc:sldChg>
      <pc:sldChg chg="modSp mod">
        <pc:chgData name="나종열" userId="5f9a479e-ec78-4342-9635-708b150fb5c1" providerId="ADAL" clId="{54B71187-BF9F-E04E-9822-F315733E5D0C}" dt="2024-06-24T00:42:54.575" v="140" actId="1076"/>
        <pc:sldMkLst>
          <pc:docMk/>
          <pc:sldMk cId="3827164427" sldId="805"/>
        </pc:sldMkLst>
      </pc:sldChg>
      <pc:sldChg chg="delSp del mod">
        <pc:chgData name="나종열" userId="5f9a479e-ec78-4342-9635-708b150fb5c1" providerId="ADAL" clId="{54B71187-BF9F-E04E-9822-F315733E5D0C}" dt="2024-06-24T00:34:57.343" v="38" actId="2696"/>
        <pc:sldMkLst>
          <pc:docMk/>
          <pc:sldMk cId="2704757430" sldId="808"/>
        </pc:sldMkLst>
      </pc:sldChg>
      <pc:sldChg chg="addSp modSp mod">
        <pc:chgData name="나종열" userId="5f9a479e-ec78-4342-9635-708b150fb5c1" providerId="ADAL" clId="{54B71187-BF9F-E04E-9822-F315733E5D0C}" dt="2024-06-24T00:34:51.539" v="37" actId="1076"/>
        <pc:sldMkLst>
          <pc:docMk/>
          <pc:sldMk cId="2425572448" sldId="815"/>
        </pc:sldMkLst>
      </pc:sldChg>
      <pc:sldChg chg="del">
        <pc:chgData name="나종열" userId="5f9a479e-ec78-4342-9635-708b150fb5c1" providerId="ADAL" clId="{54B71187-BF9F-E04E-9822-F315733E5D0C}" dt="2024-06-24T00:34:25.088" v="30" actId="2696"/>
        <pc:sldMkLst>
          <pc:docMk/>
          <pc:sldMk cId="1811398685" sldId="817"/>
        </pc:sldMkLst>
      </pc:sldChg>
    </pc:docChg>
  </pc:docChgLst>
  <pc:docChgLst>
    <pc:chgData name="나종열" userId="5f9a479e-ec78-4342-9635-708b150fb5c1" providerId="ADAL" clId="{B65D9290-C021-401C-8C39-B4C6BC4C4392}"/>
    <pc:docChg chg="undo custSel addSld delSld modSld sldOrd">
      <pc:chgData name="나종열" userId="5f9a479e-ec78-4342-9635-708b150fb5c1" providerId="ADAL" clId="{B65D9290-C021-401C-8C39-B4C6BC4C4392}" dt="2024-04-05T02:38:13.469" v="2180" actId="478"/>
      <pc:docMkLst>
        <pc:docMk/>
      </pc:docMkLst>
    </pc:docChg>
  </pc:docChgLst>
  <pc:docChgLst>
    <pc:chgData name="나종열" userId="5f9a479e-ec78-4342-9635-708b150fb5c1" providerId="ADAL" clId="{389EA5D8-7924-1A4D-BC08-8E87BA271863}"/>
    <pc:docChg chg="undo custSel addSld delSld modSld">
      <pc:chgData name="나종열" userId="5f9a479e-ec78-4342-9635-708b150fb5c1" providerId="ADAL" clId="{389EA5D8-7924-1A4D-BC08-8E87BA271863}" dt="2024-02-23T00:18:05.752" v="572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4C106-1671-4AAF-AA94-A699E346C176}" type="datetimeFigureOut">
              <a:rPr lang="ko-KR" altLang="en-US" smtClean="0"/>
              <a:t>2025-02-06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98D2-2476-43BF-85D4-B660E3C299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8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30250" y="749300"/>
            <a:ext cx="5416550" cy="37512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330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032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D281-C49A-87ED-5A78-61687871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926D49-8D79-2AED-ABC7-EB46EB3E0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30E9A-68D8-3737-6CCA-3DF27FEA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490040-A312-33BE-51D9-24C8E4752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102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50BC-A8AD-A372-A104-8093E745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09BF2-2F93-942D-EE6F-3445F9178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605BC-979D-1F86-1464-D99EFE2E2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646F6-D21D-6C88-1189-C53FACCDC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497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DA67-3F9F-CDD3-27F8-5B5EF426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348318-CA03-2486-7BC4-6BA17176B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F96FF8-4166-21F4-E251-B584299E9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286CE3-8ED2-B493-BAC6-E353A8586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47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9E3-D43C-B563-32BB-CCFEC2E1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74CB5C-E11A-4240-B8BD-055958852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965B4-A5F9-3026-89FE-ED51AF9F7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7EE4E6-5B68-200F-F0E6-7004247AE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011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35D6-D8A1-6F40-5B70-EF00EB07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175CD3-A66B-4F5A-3827-10B746682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8FA44F-A48A-B137-63AD-2A64C7C6D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82AA6E-EE7D-2F8E-FA9C-21F7A7D23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087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DE05-11F2-2EE0-1315-D52D8EA3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890A9-3848-FCFE-6988-ACDC698BD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95A5E3-9522-B778-05F3-A24C02101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3DAA8-D883-2691-A89C-B76C7489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598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EDAF-46AB-4BEA-CAEF-B7FA4B61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D8A954-6C91-417B-CDCB-C4B383BFD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DFDBC-D51B-8BEE-DFE2-AFBC7BADD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88CFBB-7798-3FE8-085D-7085C06A8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43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90B5-9719-9DC1-3F90-B6F85724F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FC9EA1-CDD9-98A4-FBBF-9CF13D06E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AC1025-D743-D0D2-FD52-2C743CC57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B5325-132B-3E54-22D9-F9A952C1E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279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1B50F-B89A-9CAE-78F0-489117C4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691E46-214F-9DAF-A9A5-C4A368FB4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5EFF8D-1CC5-6DFC-1593-00602B23E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5187C5-CB6A-D25F-D9EF-3D8D0F17F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63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F4BE-F88A-87AD-34A5-5D4459FD6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649C5-C0DD-E3F2-463F-76BA07641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C3B214-9A12-25A9-6B98-89A7ABF35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B060D-96E3-F491-113B-A970BC63C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168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91F5B-1466-53B9-D163-0131518C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251D6B-8D5B-761C-89AD-BF50C1566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DC30B8-6482-C330-C871-6C9FE80C1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718014-0AA2-BB64-B646-9B072E7C0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21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671F-2364-9E13-6123-07BF22A7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A786C9-A44C-C2B9-1343-6ED561448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114B4D-8265-0C92-899B-CCB3BB387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FD9916-967E-34B9-0F84-EB9624688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814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BF45-7FE0-BBFC-C14A-32995EB3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C3A27D-F098-FBC8-FC92-382E07CAB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87155E-F6C5-3D9E-9119-C0AE4F18B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792F04-ACDE-4F19-DBD2-F3BF18588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559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739E-CC83-83C2-BE98-67E2AB62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3FDC86-B82C-3975-AA09-03243CF7D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42FEDE-1E9B-2C85-B723-A7FA47DC5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3E2C9-ABB5-0767-B9C2-6F30042C3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367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C867-CB36-2838-0966-2848F869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02B50D-031A-E442-108D-AAC275F3F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927F09-2DCA-1E10-22D6-FB4C39EAA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244B6-1927-B359-7950-4E476CC7E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349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B48E-0DEB-58E6-7E0C-7D058555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7F74CA-9E88-CD33-2C61-E68A3662C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3B868-CA8C-9560-8543-04D72BBC9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7BE76-A9F8-814B-DDA2-17539CE39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270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AFD4-747B-10B5-996D-53D8D2CB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CEE822-DC12-2F79-CFCA-1D7B4D676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65FAE5-C9B8-891D-6354-2B9181694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D4338-A1BF-31BE-0937-E06E83E5C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113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BBB4-7437-C412-8A99-8CA999ED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2EEB2-710A-CDDF-369B-27447836B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ED125E-16A6-A343-C6AE-4E3655C6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CE8334-1939-6580-AD30-C550A2307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379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0EAA-1D87-2AA3-8FBA-44EFA4F3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D009A4-86FA-03B2-AD58-8C568D377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383988-ED12-D9AC-D669-BED5353FD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38FE4-7F3C-B55C-FD6F-58528338A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99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B5F1-8733-F97F-BCD4-42BEF7BD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620A42-B359-E205-248B-A14956477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905CE0-1D76-A7FB-5976-F5F544A6B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E7464-C886-078B-75CB-76254A72A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223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61DB-0E68-1955-A61F-3B008E20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C201D1-33F6-8BE9-C808-994E2FF2D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6E5C93-A0EF-680B-B7EF-EF55A66BE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29D691-A5A1-2D54-2C9B-6DDDD0118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963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2D6A-EBC2-4CC0-9A83-6DEEA008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134ACB-0EA9-BBDC-AF38-1568919DC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8474BC-FF33-1858-C363-8C1B01983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9B33D-03F2-8249-D2CF-6E64F5B0D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617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3A5E-5584-1687-9022-89A98386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D738A8-0532-806A-15E7-12CD4FAF4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4EA55-12EF-EDFB-E5EB-689329EA4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DB0C0-2355-A6FC-2528-84DA2EA91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853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74A6B-4B7B-A84B-9F41-FFB605D7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94B8E7-D7BB-E97A-632E-90697FAC7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230F48-2907-FB28-689C-625108961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F90C8-9E18-38D8-B5F8-AD253C393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854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90EA-CB5B-662E-C8C0-172ABF2A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2F1515-68F0-983C-9DDC-1224170A2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F989E1-09D9-36F9-FC85-9B4C73CEE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975AEF-5AFB-6BCC-2EC8-15B3E0276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338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C5AA4-458C-A253-6CA1-01E9EC71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5F4D26-ACF0-B2F3-4DAB-4B8D5D905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1FED8A-102A-C231-E510-4E8C47AA6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C2D2E-032D-1BC5-3C52-4828CD412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836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05B4-FA68-02C9-A829-8961F15F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48A8CD-1B36-4485-5B1B-4CF7CFEF1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B8F60B-BEB2-1449-8A79-EDBDCA49A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13F27-27AC-BD43-0A2A-2B647DFC4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9612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118C-0C8A-50D5-4415-7188715B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9C3CF8-D86B-80A8-64C5-578FEB184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C1CDC8-0290-8FAA-C5C3-0B55F2417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29B4B9-71C9-5AD7-DEA7-9AB29F95B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8976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0788-B602-EE28-F385-C3688D22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1380D-4B0A-BF72-2373-215E16911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DA7662-C91B-81B5-4B17-984E86096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FB358-4A20-65AF-3C4A-D294C6DFD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753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F5C1-3DAF-6789-1A8E-F83D2DB0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F28C43-D934-C84F-1089-D2A3BA0DC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DB8056-5CB7-E2A5-C0E5-21ACB85A0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459E6-E60E-349D-22A5-31AD38312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158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80FE-CE59-77D0-5F7B-B2027A30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55D01C-6AE8-583A-DFF0-A708486E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267DB6-86D0-5BC6-B056-71DD77DBF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A7F461-EF32-C817-CB45-A4C61573A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9571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DC4D-4F12-1E85-5872-FEFEB19D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F54FCC-A0D5-B088-99CE-9DD70F233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47048-1BEE-8CFD-3EA1-B47B256EC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5132D-2B49-8066-51E3-84839B0E9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48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8B68-888D-3BBE-0ECE-CD1F9B7F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557E4-BDCC-0C88-CD1F-2534B55C8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F6A9F6-FBFC-4073-A2B8-E17B0F9E3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266187-1EC0-D985-792E-A78F9605F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6219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EF30-E286-0347-9261-C7C2620F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491FD3-3966-A035-8EF0-DA9CB85B3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9CC6D-20E9-EC94-B41C-40DCD2090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F0CCE2-BBE0-5729-9ECE-50F341DED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99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9F7B-5547-5F79-CDE3-DCE50264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9C062C-7095-1773-2861-F120BF47A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A563D5-9A8A-66CE-4A99-B3EB02932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6DC46-60E0-FCF5-EA27-69343D4B1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1615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35A4-35E0-CA1B-CD76-804A8B02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C99D0-13BF-70DB-FAC5-69F546C91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CE3305-29F6-3A50-B2FE-792098FAB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3EFED-CCD2-C8B7-972F-D93528719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5482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83E5-DEAF-8D72-1867-D3CE64D1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03A8EF-EDEF-7035-C684-0D8E9EE79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F19BCE-8FE3-4DDE-B17A-AAFAB30F3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6B202-20E3-188C-6227-F03F9B89D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5563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113D-61CA-3523-2ED4-6A887B8C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BAC9B-970C-0B32-D24D-2FCC266E0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B0C8CF-273C-ED0B-117E-1BC9EE6F5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CE11D3-6DE5-C299-8EAB-09395ADE7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291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1CF8-637D-65BF-299C-0F5716C5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105B83-9CC8-D601-C765-A51D279A5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3864A1-19E7-3CDF-77D0-687FE7219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2D758A-89E5-9420-30FB-A1BFA127C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069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6703-7577-07DB-5E48-2DDA79FC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FF2B20-3887-3994-B8EE-B3B692B03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B20FC-F750-9E8E-043E-DA1BC1714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C1D45-78C2-F47A-F9B4-1B406F9B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8122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9AE0-9D55-F63A-BD1F-8738A4EE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2A98FB-768E-07A6-C633-A5CBFB0F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2048AB-94B0-447A-091E-06D88B38A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91F32-1FB3-7E5B-A222-9B797C35D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5817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7885-CE08-9703-588D-D048C083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8FD4D6-AD3F-A43B-C9F6-832286106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588CCD-0D24-EBEF-2FBC-CBC971758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DFE1C-C008-0208-DA1D-679FB8288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469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22F3-3FF3-08CB-0ADC-17ADEE07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7ADF8D-E0BB-B749-FCA8-1ADC61656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E33CA-7279-1226-EBCC-E8DC7E323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7DFD5-9043-06C0-6373-667FE7E5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3450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AC4D-5BC9-B302-5042-9FCE0B1C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D963DE-493F-DE71-7109-AB17EA416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F815B-88AC-5DF5-50AC-56FF1B5D6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5C09C-E55D-C15E-E899-21E6D94D3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508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DC65-6944-5BA8-3D15-972B1133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272DE-4C80-A3FE-D126-58ACEEC23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2A1626-640E-5936-97EB-6C7142F08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E656A-50E8-9BFD-5003-89F119431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536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6630-024C-251A-606E-3FB7CD2D4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346FF-D585-A121-BE50-55B223EA0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5694A3-E775-50D2-6B16-780605F1B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E150C-9A10-0AF1-0043-D579B355B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1718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AD01-A8F0-5351-2F95-DF9EC7B6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C47E1D-A795-E14D-E272-E3FC35041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E77FA8-4F0D-2770-1C9D-D9B789851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58A23-5621-9A64-E61C-9706E2926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317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798D-67F4-94B0-E652-FBBBDA9B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3AF7CD-ED01-07FD-F778-1F314F03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C81416-FB00-11EE-84CA-F63E5FBDD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7D175-2378-AC34-F1F1-C25B28EED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804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749E6-59FA-2959-BF7D-5859B439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BFE62C-C2CC-EA5F-0247-BBC41DBB8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E1715-0501-A2FC-1E40-CA19E0281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09E78-F5DC-503E-0CC4-B568BCE43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2368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1218-B659-35ED-AB74-A6B6D68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0D54EB-9382-4A73-1DA8-723E6DBFE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CFDBF-0179-AEF1-8A4E-31309DB4F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921F95-01C0-54C8-409B-CBB88ADE1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9204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6E7F-A608-AEC0-817E-3FAD1420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619EB9-A54D-2BEC-3557-709ED7461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373235-05EC-AE7D-F4EA-17D377F80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1E40F3-957E-212C-E228-1876B504B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7336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FE24-F6D7-B2A9-1289-7E894BEB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CE64C-5EFE-30E0-E833-6AEF5A62C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D6BF43-D704-DE12-49F4-2934AB38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EB8E-6606-A494-7CAA-C0B9C2B68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714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56B5-1373-CB07-390F-9D3EB6B6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A728C1-BBEE-C3A0-C74A-7531EABFB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2FB517-6D22-5029-932D-F2826A6BF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FA20ED-CCE5-C22B-0638-E6F904CE4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2236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1554-2EFC-43BB-0045-3B8487BF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7871D7-699E-3F43-3BBD-7041EB348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E52351-07DD-502D-F9A4-8EE2A0CB1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AB17C-5864-D8C1-1049-80969191B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1674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C07B-4F02-9C30-41A7-391BEFC1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C42AB-C749-422A-3DE7-BAFA5D14D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CEE0F-6744-8922-3C3A-A70DB950D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ADFB6-E6C0-7B5E-37CE-E40E635FD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8372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DFC5-A479-A66C-E1F9-68C3A423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D21EF6-6EE1-2355-26A1-44FB3C980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1FD59E-0B97-5B5E-6E84-128610D9A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CD8B78-BDC9-24E0-E88A-480595F4A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55530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F313-7A96-1C65-7777-1823D95F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CFCFAF-B6C3-B9F3-AAB6-D4BFE13EB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4BA55-0F7C-AA19-3C9A-6F55B8E63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9BE4C2-47BA-C6F0-2D6F-9128CCC77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4913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C96A-EA7C-B8BB-679B-2A3D1EEB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12439A-8CAF-A180-2355-3FFAA6BD5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A2CA00-DAD7-EAAA-3DCA-FDE61A471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E9EB9-4452-32DB-1FAE-B010D4391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0461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2CA5-35B2-F481-3E30-F3D2C14A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315173-0D6A-B54A-CFFA-2AAC35630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6B7F0F-D759-5624-AAB4-4223B453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67BB54-4248-4AE5-B04E-8083F8024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4544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463A-2B92-CC76-5BF5-3242F4FE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B59919-61D1-BB97-B9A9-EFCE02899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5613A2-40C9-2048-17E0-036554490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09762-D0CA-C718-5C73-E4AF2EB42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2453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C2B9-D5FB-569A-CB8D-4ED1C68C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FC3DAA-80B4-BFB7-9D1B-0FC50F77E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4AEFC0-0731-67F4-A251-02E19CD1D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1CC0E-AA24-726C-990C-4FEC70F02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7365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C013-DD76-BFB8-9C44-81284377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46E340-BB80-3590-E50F-4137DE5D4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1D3AD0-7027-8D27-F2CE-9B64B69B2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2D906-1BFB-56C1-B510-893F8864E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3636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C63D-31B3-854D-7C3D-8B6BD238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A52B4-1128-1ED4-9AA4-16B76D493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5BA483-124C-1276-428E-F9096DEC3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37BA98-D670-0C34-F696-D7D9F05DC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2009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87D7-8249-C8F4-D1E7-03EE4683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524CBD-89EE-928C-4ED7-7134A4037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A35050-C151-CB85-1012-BDF254BD2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570BC-1439-959A-DF43-EA892709A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45263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00F4-ECE6-D54D-FFA9-03279657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CF0614-AAB8-C581-AD1D-8D1424323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D9BF37-9EAB-650A-87A1-0070640D2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DE9DC-5949-AFDC-3E62-1B4273BB2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0070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5141-E490-76CF-DD35-D0005248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D9093D-96A9-495C-A698-D7F99B927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B45BF6-C040-7DD6-A587-5E573174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F3664-ECA3-F611-4DD3-3A84A8462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087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D3E29-5734-910C-7D8B-63580B1A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7F97BB-99CF-9D4D-7F21-123510A07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818FA4-F5F3-6AEB-071B-544D4AE5D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0D35F-825A-122A-E336-720C9A6A1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057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F51E-384E-6E31-47A6-8C0D131B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C91320-CD31-6BBF-E810-583F05C60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58D5DA-957C-890E-6D17-5D3C4B018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B80DC-7765-88CB-D697-88E3AE381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32438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76C0-4697-3C51-7AAD-796D407F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A35DDE-101D-7A68-8E8F-54F1E027C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B130B-EFA7-B013-2C7A-B0D594E82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F1A70-31BF-9DD0-E62F-2A784EEBB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8269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364D-81B6-048B-74F4-20216967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07AA7-CA3C-F234-D834-60B3625EF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5E190-5810-EBA3-0AEE-A2EAD5F59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6D3D9-885F-165A-450F-446CE4CC1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3918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BAF8-22E0-3C14-8726-ADFA0EF9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28B889-13C2-2755-A815-6A23EF33F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640C71-B8F6-F116-C42A-3BC89DD7D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CE340F-5E09-1956-FA80-09514F923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5457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3CE1-C822-49C2-E384-960C70A5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A9E2FF-AC8F-556B-E60E-6B230147F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C15E69-379A-38F1-ECE4-185901923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B20284-5FFB-D261-0F3C-D95195B88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85466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C2B3-1FB0-39D0-8934-FB741975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7E5D9B-776A-1767-AF98-0A49D89F0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01BA9D-3DDD-350D-09C4-C72ADDE4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E61537-6777-DF67-0C51-5E8207F51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78933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44ED-9A97-A38A-65A6-B5604111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FDB677-C21C-0436-A85C-E791B199C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D7CF7-379A-D7AC-5AE3-3EE190618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1AB38-8FF4-7237-7BAD-A883239A7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08416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FE87E-3BA7-DA3C-E7DA-CA46A4DC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780A09-E516-DC0A-23E3-E89923654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6751CB-EDAD-E4AF-F14C-BAAC6FD21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B062E-C43D-7CDE-E02E-3AF53D22A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2723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D4F5-4320-5323-2B60-81119BC1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B03E5B-E92B-2F0C-C663-1BA0A6982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B5C47A-65FF-5DAA-4096-969D5D919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FF9A1-FDB0-D8F2-CADE-9FE199684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12591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B368-957D-B540-B349-2BF97354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B932D-CFAC-CC94-61E7-BAE847605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1376D2-8ECB-2070-0FEE-C68011952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5C939-81F4-3626-A8FC-B55E3F08B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68100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98D2-2476-43BF-85D4-B660E3C2999C}" type="slidenum">
              <a:rPr lang="ko-KR" altLang="en-US" smtClean="0"/>
              <a:t>81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797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AD2FC078-7E1C-42E8-8C12-9EC1DDEDB0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0" y="0"/>
            <a:ext cx="9906000" cy="642918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704831"/>
            <a:ext cx="9906000" cy="71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5806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D16D205-CADD-443B-8E3C-F9175F687C1F}" type="datetimeFigureOut">
              <a:rPr lang="ko-KR" altLang="en-US" smtClean="0"/>
              <a:t>2025-02-06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CB30F1A-1612-43D6-A66F-BD7F81DD9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5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0" y="0"/>
            <a:ext cx="9906000" cy="642918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4831"/>
            <a:ext cx="9906000" cy="71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슬라이드 번호 개체 틀 1"/>
          <p:cNvSpPr txBox="1">
            <a:spLocks noGrp="1"/>
          </p:cNvSpPr>
          <p:nvPr userDrawn="1"/>
        </p:nvSpPr>
        <p:spPr bwMode="auto">
          <a:xfrm>
            <a:off x="9165468" y="6525344"/>
            <a:ext cx="740532" cy="33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rtl="0" fontAlgn="base" latinLnBrk="1">
              <a:spcBef>
                <a:spcPct val="0"/>
              </a:spcBef>
              <a:spcAft>
                <a:spcPct val="0"/>
              </a:spcAft>
            </a:pPr>
            <a:fld id="{73EFFC45-7996-4A9F-BCC1-B4A9984DA19F}" type="slidenum">
              <a:rPr kumimoji="1" lang="en-US" altLang="ko-KR" sz="1800" b="1" i="1" kern="120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pPr algn="r" rtl="0" fontAlgn="base" latinLnBrk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800" b="1" i="1" kern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5E38D9-CA4D-E993-6116-7407863F6D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848" y="6467650"/>
            <a:ext cx="1224136" cy="375105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4F9FF457-135F-146F-A292-6C62AD6F06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56" y="6517028"/>
            <a:ext cx="3384376" cy="32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1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content/mitdb/1.0.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content/cded/1.0.1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shishsarmah/diabetes-ecg-d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9c47vwvtss/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sciencedirect.com/science/article/pii/S235234092300522X" TargetMode="External"/><Relationship Id="rId4" Type="http://schemas.openxmlformats.org/officeDocument/2006/relationships/hyperlink" Target="https://www.frontiersin.org/journals/physiology/articles/10.3389/fphys.2023.1157270/f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rabhian/d1namo-ecg-glucose-dat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www.sciencedirect.com/science/article/pii/S2352914818301059?via%3Dihu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Pan%E2%80%93Tompkins_algorithm" TargetMode="Externa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Pan%E2%80%93Tompkins_algorith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2352914818301059?via%3Dihub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95B6DA1-B11F-89E3-6E9A-DDC99F32CC73}"/>
              </a:ext>
            </a:extLst>
          </p:cNvPr>
          <p:cNvSpPr txBox="1">
            <a:spLocks/>
          </p:cNvSpPr>
          <p:nvPr/>
        </p:nvSpPr>
        <p:spPr>
          <a:xfrm>
            <a:off x="0" y="1052736"/>
            <a:ext cx="9906000" cy="20882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-US" altLang="ko-KR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Diabetes Diagnosis</a:t>
            </a:r>
          </a:p>
          <a:p>
            <a:pPr>
              <a:spcBef>
                <a:spcPts val="600"/>
              </a:spcBef>
            </a:pPr>
            <a:r>
              <a:rPr lang="en-US" altLang="ko-K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(binary classification problem)</a:t>
            </a:r>
          </a:p>
          <a:p>
            <a:pPr>
              <a:spcBef>
                <a:spcPts val="600"/>
              </a:spcBef>
            </a:pPr>
            <a:r>
              <a:rPr lang="en-US" altLang="ko-KR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public ECG dataset</a:t>
            </a:r>
            <a:endParaRPr lang="en-US" altLang="ko-K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3C3F3-40CB-405C-9B94-CA44606612C0}"/>
              </a:ext>
            </a:extLst>
          </p:cNvPr>
          <p:cNvSpPr txBox="1"/>
          <p:nvPr/>
        </p:nvSpPr>
        <p:spPr>
          <a:xfrm>
            <a:off x="381000" y="91589"/>
            <a:ext cx="6804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Winter Internship: Final Presentation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D55ED6-4CD1-2D7C-75ED-479F374EC0B5}"/>
              </a:ext>
            </a:extLst>
          </p:cNvPr>
          <p:cNvGrpSpPr/>
          <p:nvPr/>
        </p:nvGrpSpPr>
        <p:grpSpPr>
          <a:xfrm>
            <a:off x="412324" y="5445224"/>
            <a:ext cx="9114053" cy="936103"/>
            <a:chOff x="410946" y="3427589"/>
            <a:chExt cx="9114053" cy="936103"/>
          </a:xfrm>
        </p:grpSpPr>
        <p:sp>
          <p:nvSpPr>
            <p:cNvPr id="4" name="제목 1">
              <a:extLst>
                <a:ext uri="{FF2B5EF4-FFF2-40B4-BE49-F238E27FC236}">
                  <a16:creationId xmlns:a16="http://schemas.microsoft.com/office/drawing/2014/main" id="{0CA06797-0665-5BBF-F589-18CF595048A1}"/>
                </a:ext>
              </a:extLst>
            </p:cNvPr>
            <p:cNvSpPr txBox="1">
              <a:spLocks/>
            </p:cNvSpPr>
            <p:nvPr/>
          </p:nvSpPr>
          <p:spPr>
            <a:xfrm>
              <a:off x="410946" y="3895640"/>
              <a:ext cx="1727950" cy="4019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Feb. 05, 2025</a:t>
              </a:r>
            </a:p>
          </p:txBody>
        </p:sp>
        <p:sp>
          <p:nvSpPr>
            <p:cNvPr id="6" name="제목 1">
              <a:extLst>
                <a:ext uri="{FF2B5EF4-FFF2-40B4-BE49-F238E27FC236}">
                  <a16:creationId xmlns:a16="http://schemas.microsoft.com/office/drawing/2014/main" id="{84CF7F7F-7EDB-B330-5352-4213FAB71D95}"/>
                </a:ext>
              </a:extLst>
            </p:cNvPr>
            <p:cNvSpPr txBox="1">
              <a:spLocks/>
            </p:cNvSpPr>
            <p:nvPr/>
          </p:nvSpPr>
          <p:spPr>
            <a:xfrm>
              <a:off x="5631018" y="3427589"/>
              <a:ext cx="3893981" cy="93610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1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School of Undergraduate Studies, DGIST</a:t>
              </a:r>
            </a:p>
            <a:p>
              <a:pPr algn="r"/>
              <a:r>
                <a: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Intelligent Bio-</a:t>
              </a:r>
              <a:r>
                <a:rPr lang="en-US" altLang="ko-KR" sz="1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OptoMechatronics</a:t>
              </a:r>
              <a:r>
                <a: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Lab.</a:t>
              </a:r>
            </a:p>
            <a:p>
              <a:pPr algn="r"/>
              <a:r>
                <a:rPr lang="en-US" altLang="ko-K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Jeong-Ho SEO, Intern Student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A1A4052-F415-7A7A-B0AE-643EC03320C4}"/>
              </a:ext>
            </a:extLst>
          </p:cNvPr>
          <p:cNvSpPr txBox="1"/>
          <p:nvPr/>
        </p:nvSpPr>
        <p:spPr>
          <a:xfrm>
            <a:off x="713312" y="3408536"/>
            <a:ext cx="84793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Main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"The impact of heart rate variability for classifying diabetes based on machine learning (</a:t>
            </a:r>
            <a:r>
              <a:rPr lang="en-US" altLang="ko-KR" sz="1600" dirty="0" err="1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Hanbeen</a:t>
            </a:r>
            <a:r>
              <a:rPr lang="en-US" altLang="ko-KR" sz="16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Jung, Cheol Song).“</a:t>
            </a:r>
          </a:p>
          <a:p>
            <a:pPr marL="285750" indent="-285750">
              <a:buFontTx/>
              <a:buChar char="-"/>
            </a:pP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Pan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,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J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., &amp;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Tompkins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,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W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J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(1985).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A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Real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-Time QRS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Detection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Algorithm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IEEE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Transactions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on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6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Biomedical</a:t>
            </a:r>
            <a:r>
              <a:rPr kumimoji="0" lang="ko-KR" altLang="ko-KR" sz="16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Engineering, BME-32(3), 230–236.</a:t>
            </a:r>
          </a:p>
        </p:txBody>
      </p:sp>
    </p:spTree>
    <p:extLst>
      <p:ext uri="{BB962C8B-B14F-4D97-AF65-F5344CB8AC3E}">
        <p14:creationId xmlns:p14="http://schemas.microsoft.com/office/powerpoint/2010/main" val="1092107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8186D-C390-EFCD-1677-22EC14C03F09}"/>
              </a:ext>
            </a:extLst>
          </p:cNvPr>
          <p:cNvSpPr txBox="1"/>
          <p:nvPr/>
        </p:nvSpPr>
        <p:spPr>
          <a:xfrm>
            <a:off x="381000" y="91589"/>
            <a:ext cx="63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Contents: </a:t>
            </a:r>
            <a:r>
              <a:rPr lang="en-US" altLang="ko-KR" sz="2400" dirty="0">
                <a:solidFill>
                  <a:schemeClr val="bg1"/>
                </a:solidFill>
              </a:rPr>
              <a:t>Project during this internship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7DDFB-B0A1-E29D-5FF2-BEE3A0136919}"/>
              </a:ext>
            </a:extLst>
          </p:cNvPr>
          <p:cNvSpPr txBox="1"/>
          <p:nvPr/>
        </p:nvSpPr>
        <p:spPr>
          <a:xfrm>
            <a:off x="128464" y="1340768"/>
            <a:ext cx="932503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altLang="ko-KR" sz="2000" b="1" dirty="0"/>
              <a:t>I. 1</a:t>
            </a:r>
            <a:r>
              <a:rPr lang="en-US" altLang="ko-KR" sz="2000" b="1" baseline="30000" dirty="0"/>
              <a:t>st</a:t>
            </a:r>
            <a:r>
              <a:rPr lang="en-US" altLang="ko-KR" sz="2000" b="1" dirty="0"/>
              <a:t> week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/>
              <a:t>A. Project Subject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/>
              <a:t>B. Search Public ECG dataset</a:t>
            </a:r>
          </a:p>
          <a:p>
            <a:pPr marL="1200150" lvl="2" indent="-285750">
              <a:buFontTx/>
              <a:buChar char="-"/>
            </a:pP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sz="2000" b="1" dirty="0"/>
              <a:t>II. 2</a:t>
            </a:r>
            <a:r>
              <a:rPr lang="en-US" altLang="ko-KR" sz="2000" b="1" baseline="30000" dirty="0"/>
              <a:t>nd</a:t>
            </a:r>
            <a:r>
              <a:rPr lang="en-US" altLang="ko-KR" sz="2000" b="1" dirty="0"/>
              <a:t> &amp; 3</a:t>
            </a:r>
            <a:r>
              <a:rPr lang="en-US" altLang="ko-KR" sz="2000" b="1" baseline="30000" dirty="0"/>
              <a:t>rd</a:t>
            </a:r>
            <a:r>
              <a:rPr lang="en-US" altLang="ko-KR" sz="2000" b="1" dirty="0"/>
              <a:t> week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Selection of ECG dataset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Architecture of model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  <a:p>
            <a:pPr marL="1200150" lvl="2" indent="-285750">
              <a:buFontTx/>
              <a:buChar char="-"/>
            </a:pP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sz="2000" b="1" dirty="0"/>
              <a:t>III. 4</a:t>
            </a:r>
            <a:r>
              <a:rPr lang="en-US" altLang="ko-KR" sz="2000" b="1" baseline="30000" dirty="0"/>
              <a:t>th</a:t>
            </a:r>
            <a:r>
              <a:rPr lang="en-US" altLang="ko-KR" sz="2000" b="1" dirty="0"/>
              <a:t> week</a:t>
            </a:r>
            <a:endParaRPr lang="en-US" altLang="ko-KR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endParaRPr lang="en-US" altLang="ko-KR" sz="2000" b="1" dirty="0"/>
          </a:p>
          <a:p>
            <a:pPr marL="742950" lvl="1" indent="-285750">
              <a:buFontTx/>
              <a:buChar char="-"/>
            </a:pPr>
            <a:r>
              <a:rPr lang="en-US" altLang="ko-KR" sz="2000" b="1" dirty="0"/>
              <a:t>IV. Raw ECG visualization</a:t>
            </a:r>
            <a:endParaRPr lang="en-US" altLang="ko-KR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80377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870B3A-3BDB-9B64-AAAB-A0170DEA9F51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Project Subject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06444F9-AA28-4175-B16D-85DC0862748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F41229B-1B8C-6EF7-D9D4-6C2DE6CB4A2C}"/>
              </a:ext>
            </a:extLst>
          </p:cNvPr>
          <p:cNvGrpSpPr/>
          <p:nvPr/>
        </p:nvGrpSpPr>
        <p:grpSpPr>
          <a:xfrm>
            <a:off x="488504" y="1619288"/>
            <a:ext cx="4283968" cy="2393752"/>
            <a:chOff x="488504" y="1619288"/>
            <a:chExt cx="4283968" cy="2393752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A56604D3-621A-880E-1BAA-43D0BEB64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762" r="7753"/>
            <a:stretch/>
          </p:blipFill>
          <p:spPr>
            <a:xfrm>
              <a:off x="488504" y="1650329"/>
              <a:ext cx="4283968" cy="2301439"/>
            </a:xfrm>
            <a:prstGeom prst="rect">
              <a:avLst/>
            </a:prstGeom>
          </p:spPr>
        </p:pic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62FDF4E-0184-A390-CDD8-7ADBC0E33D24}"/>
                </a:ext>
              </a:extLst>
            </p:cNvPr>
            <p:cNvSpPr/>
            <p:nvPr/>
          </p:nvSpPr>
          <p:spPr>
            <a:xfrm>
              <a:off x="488504" y="1619288"/>
              <a:ext cx="4283968" cy="2393752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6588220-B23F-8C0F-A443-7734553FE006}"/>
              </a:ext>
            </a:extLst>
          </p:cNvPr>
          <p:cNvGrpSpPr/>
          <p:nvPr/>
        </p:nvGrpSpPr>
        <p:grpSpPr>
          <a:xfrm>
            <a:off x="5276528" y="836712"/>
            <a:ext cx="4248472" cy="5967934"/>
            <a:chOff x="5276528" y="877490"/>
            <a:chExt cx="4248472" cy="5967934"/>
          </a:xfrm>
        </p:grpSpPr>
        <p:pic>
          <p:nvPicPr>
            <p:cNvPr id="38" name="그림 37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E0E1D596-0FBF-D623-CA01-86AC9507B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528" y="877490"/>
              <a:ext cx="4248472" cy="5967934"/>
            </a:xfrm>
            <a:prstGeom prst="rect">
              <a:avLst/>
            </a:prstGeom>
          </p:spPr>
        </p:pic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86E5155-E153-BB59-B33D-D8E635B28471}"/>
                </a:ext>
              </a:extLst>
            </p:cNvPr>
            <p:cNvSpPr/>
            <p:nvPr/>
          </p:nvSpPr>
          <p:spPr>
            <a:xfrm>
              <a:off x="5276528" y="877490"/>
              <a:ext cx="4248472" cy="5967934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89333C-FB3A-781F-6BE1-D5B37810D8CC}"/>
              </a:ext>
            </a:extLst>
          </p:cNvPr>
          <p:cNvGrpSpPr/>
          <p:nvPr/>
        </p:nvGrpSpPr>
        <p:grpSpPr>
          <a:xfrm>
            <a:off x="488502" y="4706632"/>
            <a:ext cx="4464497" cy="955009"/>
            <a:chOff x="488502" y="4706632"/>
            <a:chExt cx="4464497" cy="95500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E9AF31D-CDBA-4F58-CED4-0C127F359B72}"/>
                </a:ext>
              </a:extLst>
            </p:cNvPr>
            <p:cNvSpPr txBox="1"/>
            <p:nvPr/>
          </p:nvSpPr>
          <p:spPr>
            <a:xfrm>
              <a:off x="488502" y="4753700"/>
              <a:ext cx="4464497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600"/>
                </a:spcBef>
                <a:buFontTx/>
                <a:buChar char="-"/>
              </a:pPr>
              <a:r>
                <a:rPr lang="en-US" altLang="ko-KR" sz="2400" b="1" dirty="0"/>
                <a:t>Diabetes Diagnosis</a:t>
              </a:r>
            </a:p>
            <a:p>
              <a:pPr marL="342900" indent="-342900">
                <a:spcBef>
                  <a:spcPts val="600"/>
                </a:spcBef>
                <a:buFontTx/>
                <a:buChar char="-"/>
              </a:pPr>
              <a:r>
                <a:rPr lang="en-US" altLang="ko-KR" sz="2400" b="1" dirty="0"/>
                <a:t>using public ECG dataset.</a:t>
              </a:r>
              <a:endParaRPr lang="ko-KR" altLang="en-US" sz="2400" b="1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2AF8451-0505-4CBA-D3A8-40952276FFEC}"/>
                </a:ext>
              </a:extLst>
            </p:cNvPr>
            <p:cNvSpPr/>
            <p:nvPr/>
          </p:nvSpPr>
          <p:spPr>
            <a:xfrm>
              <a:off x="488504" y="4706632"/>
              <a:ext cx="4248472" cy="955009"/>
            </a:xfrm>
            <a:prstGeom prst="rect">
              <a:avLst/>
            </a:prstGeom>
            <a:noFill/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1B9804A-23B0-9B9C-2F93-4D208DCD2EA6}"/>
              </a:ext>
            </a:extLst>
          </p:cNvPr>
          <p:cNvSpPr txBox="1"/>
          <p:nvPr/>
        </p:nvSpPr>
        <p:spPr>
          <a:xfrm>
            <a:off x="331130" y="5755687"/>
            <a:ext cx="47792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"The impact of heart rate variability for classifying diabetes based on machine learning (</a:t>
            </a:r>
            <a:r>
              <a:rPr lang="en-US" altLang="ko-KR" sz="1200" dirty="0" err="1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Hanbeen</a:t>
            </a:r>
            <a:r>
              <a:rPr lang="en-US" altLang="ko-KR" sz="12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Jung, Cheol Song).“</a:t>
            </a:r>
          </a:p>
        </p:txBody>
      </p:sp>
    </p:spTree>
    <p:extLst>
      <p:ext uri="{BB962C8B-B14F-4D97-AF65-F5344CB8AC3E}">
        <p14:creationId xmlns:p14="http://schemas.microsoft.com/office/powerpoint/2010/main" val="349239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96E3-8F1B-3C8E-EC6F-260B4869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4D5D5-243C-A42F-FDFA-40D3DB07D66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Search Public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D791FE-BEA7-326F-F022-6F661E53A4F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ED371-FBC5-3392-40CA-CF3ECEB52534}"/>
              </a:ext>
            </a:extLst>
          </p:cNvPr>
          <p:cNvSpPr txBox="1"/>
          <p:nvPr/>
        </p:nvSpPr>
        <p:spPr>
          <a:xfrm>
            <a:off x="526832" y="1484784"/>
            <a:ext cx="5832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1.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MIT-BIH Arrhythmia Database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6D0CB-237E-6CE5-F43D-6918F547A954}"/>
              </a:ext>
            </a:extLst>
          </p:cNvPr>
          <p:cNvSpPr txBox="1"/>
          <p:nvPr/>
        </p:nvSpPr>
        <p:spPr>
          <a:xfrm>
            <a:off x="526832" y="2039483"/>
            <a:ext cx="68724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Most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Popular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ECG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However, Non-related to diabetes. (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Arrhythmia </a:t>
            </a:r>
            <a:r>
              <a:rPr lang="ko-KR" altLang="en-US" b="0" dirty="0">
                <a:solidFill>
                  <a:schemeClr val="tx2"/>
                </a:solidFill>
                <a:effectLst/>
                <a:latin typeface="+mj-lt"/>
              </a:rPr>
              <a:t>부정맥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dataset)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 Not used.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source: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  <a:hlinkClick r:id="rId3"/>
              </a:rPr>
              <a:t>https://physionet.org/content/mitdb/1.0.0/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E9E51F5-4F87-A24B-3284-9A452C5F34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136"/>
          <a:stretch/>
        </p:blipFill>
        <p:spPr>
          <a:xfrm>
            <a:off x="1240760" y="3399238"/>
            <a:ext cx="7416824" cy="302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9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2B2F-5404-6F80-221D-A25CAFAD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74079-930C-047E-0F67-27C612C3455D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Search Public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ECA60BC-8F45-D80D-9BF7-995816EA4B7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CF149-B4AF-8F58-7695-5E32814D29D0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2. </a:t>
            </a:r>
            <a:r>
              <a:rPr lang="en-US" altLang="ko-KR" sz="2000" b="0" dirty="0" err="1">
                <a:solidFill>
                  <a:srgbClr val="C00000"/>
                </a:solidFill>
                <a:effectLst/>
                <a:latin typeface="+mj-lt"/>
              </a:rPr>
              <a:t>Cerebromicrovascular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 Disease in Elderly with Diabetes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DF6035-FE0E-F0A1-370F-A315C0781893}"/>
              </a:ext>
            </a:extLst>
          </p:cNvPr>
          <p:cNvSpPr txBox="1"/>
          <p:nvPr/>
        </p:nvSpPr>
        <p:spPr>
          <a:xfrm>
            <a:off x="526832" y="2039483"/>
            <a:ext cx="89017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Previous used in conference paper (reference 9)</a:t>
            </a:r>
          </a:p>
          <a:p>
            <a:pPr marL="742950" lvl="1" indent="-285750">
              <a:buFontTx/>
              <a:buChar char="-"/>
            </a:pPr>
            <a:r>
              <a:rPr lang="en-US" altLang="ko-KR" sz="12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"The impact of heart rate variability for classifying diabetes based on machine learning (</a:t>
            </a:r>
            <a:r>
              <a:rPr lang="en-US" altLang="ko-KR" sz="1200" dirty="0" err="1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Hanbeen</a:t>
            </a:r>
            <a:r>
              <a:rPr lang="en-US" altLang="ko-KR" sz="1200" dirty="0">
                <a:solidFill>
                  <a:srgbClr val="C00000"/>
                </a:solidFill>
                <a:effectLst/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Jung, Cheol Song).“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However, I hope to find another dataset &amp; merge them all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=&gt; Keep.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source: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  <a:hlinkClick r:id="rId3"/>
              </a:rPr>
              <a:t>https://physionet.org/content/cded/1.0.1/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CFBCAC9-053F-2AB2-D287-E229A4AA4C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04"/>
          <a:stretch/>
        </p:blipFill>
        <p:spPr>
          <a:xfrm>
            <a:off x="918922" y="3492971"/>
            <a:ext cx="8068155" cy="29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9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4251-ADC1-8DCF-AB4C-3D4DE79A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24B682-CB48-E842-88E4-A7F48A5ED5C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Search Public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487735-F06D-2846-89F9-687A6C99C8C0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46726-B11A-5954-AD11-7C843383F097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3. </a:t>
            </a:r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Diabetes ECG-Data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780C02-0E36-3862-AF12-90F8FD47FF51}"/>
              </a:ext>
            </a:extLst>
          </p:cNvPr>
          <p:cNvSpPr txBox="1"/>
          <p:nvPr/>
        </p:nvSpPr>
        <p:spPr>
          <a:xfrm>
            <a:off x="526832" y="2039483"/>
            <a:ext cx="80650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ECG data are expressed as image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However, there are no description of the dataset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I cannot convert thes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e images to available ECG dataset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 Not used.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source: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  <a:hlinkClick r:id="rId3"/>
              </a:rPr>
              <a:t>https://www.kaggle.com/datasets/ashishsarmah/diabetes-ecg-data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7970F0-0F59-89F7-ACB1-9AC68772F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762" y="3569477"/>
            <a:ext cx="2899734" cy="31866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84B506-6982-CF91-FF11-596028F52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33" y="4076014"/>
            <a:ext cx="5794320" cy="20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8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3029-3A32-418A-BB2D-1E53F403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5E0F5-783E-9440-1DA8-377C00159ED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Search Public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336F9F-221D-5A84-274C-D4BCCF5FC73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3E7F9-AA10-3B2B-0F65-1380B82A16A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C16F6-A1E9-FA3E-E949-55333BBB6BF1}"/>
              </a:ext>
            </a:extLst>
          </p:cNvPr>
          <p:cNvSpPr txBox="1"/>
          <p:nvPr/>
        </p:nvSpPr>
        <p:spPr>
          <a:xfrm>
            <a:off x="526832" y="2257179"/>
            <a:ext cx="91028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24-hour ECG dataset with sleep/non-sleep conditions.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Collected from 60 male type 2 diabetes (T2DM) hospitalized patients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ECG dataset &amp; RR-interval dataset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However, there are no healthy ECG dataset (Non-diabetes dataset)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 Not used.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source: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  <a:hlinkClick r:id="rId3"/>
              </a:rPr>
              <a:t>https://data.mendeley.com/datasets/9c47vwvtss/4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fr-FR" altLang="ko-KR" b="0" dirty="0">
                <a:solidFill>
                  <a:schemeClr val="tx2"/>
                </a:solidFill>
                <a:effectLst/>
                <a:latin typeface="+mj-lt"/>
              </a:rPr>
              <a:t>article: </a:t>
            </a:r>
            <a:r>
              <a:rPr lang="fr-FR" altLang="ko-KR" sz="1600" b="0" dirty="0">
                <a:solidFill>
                  <a:schemeClr val="tx2"/>
                </a:solidFill>
                <a:effectLst/>
                <a:latin typeface="+mj-lt"/>
                <a:hlinkClick r:id="rId4"/>
              </a:rPr>
              <a:t>https://www.frontiersin.org/journals/physiology/articles/10.3389/fphys.2023.1157270/full</a:t>
            </a:r>
            <a:endParaRPr lang="fr-FR" altLang="ko-KR" sz="1700" b="0" dirty="0">
              <a:solidFill>
                <a:schemeClr val="tx2"/>
              </a:solidFill>
              <a:effectLst/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fr-FR" altLang="ko-KR" b="0" dirty="0">
                <a:solidFill>
                  <a:schemeClr val="tx2"/>
                </a:solidFill>
                <a:effectLst/>
                <a:latin typeface="+mj-lt"/>
              </a:rPr>
              <a:t>paper: </a:t>
            </a:r>
            <a:r>
              <a:rPr lang="fr-FR" altLang="ko-KR" b="0" dirty="0">
                <a:solidFill>
                  <a:schemeClr val="tx2"/>
                </a:solidFill>
                <a:effectLst/>
                <a:latin typeface="+mj-lt"/>
                <a:hlinkClick r:id="rId5"/>
              </a:rPr>
              <a:t>https://www.sciencedirect.com/science/article/pii/S235234092300522X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EA6D7-504D-C24A-0833-C671B1317C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158"/>
          <a:stretch/>
        </p:blipFill>
        <p:spPr>
          <a:xfrm>
            <a:off x="872296" y="4630012"/>
            <a:ext cx="8161248" cy="175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3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95D6-3C86-F42A-22EE-59C58EAB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F918A-89EF-0374-A8FE-3BE48DB2FD9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Search Public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FC1757E-B49E-F499-8A13-67EAB2DB22B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1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5B318-8220-3C84-1EDF-509A7421492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9DF889-5AF3-87B2-20D9-8E3EEF45AB58}"/>
              </a:ext>
            </a:extLst>
          </p:cNvPr>
          <p:cNvSpPr txBox="1"/>
          <p:nvPr/>
        </p:nvSpPr>
        <p:spPr>
          <a:xfrm>
            <a:off x="526832" y="2276872"/>
            <a:ext cx="88839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The open D1NAMO dataset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A multi-modal dataset for research on non-invasive type 1 diabetes management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wearable device ECG dataset (Zephyr </a:t>
            </a:r>
            <a:r>
              <a:rPr lang="en-US" altLang="ko-KR" b="0" dirty="0" err="1">
                <a:solidFill>
                  <a:schemeClr val="tx2"/>
                </a:solidFill>
                <a:effectLst/>
                <a:latin typeface="+mj-lt"/>
              </a:rPr>
              <a:t>BioHarness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 3 wearable device)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measures the ECG at a rate of 250Hz and up to 54.89mV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=&gt; Used.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source: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  <a:hlinkClick r:id="rId3"/>
              </a:rPr>
              <a:t>https://www.kaggle.com/datasets/sarabhian/d1namo-ecg-glucose-data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Data description:</a:t>
            </a:r>
            <a:r>
              <a:rPr lang="en-US" altLang="ko-KR" sz="1400" b="0" dirty="0">
                <a:solidFill>
                  <a:schemeClr val="tx2"/>
                </a:solidFill>
                <a:effectLst/>
                <a:latin typeface="+mj-lt"/>
              </a:rPr>
              <a:t> </a:t>
            </a:r>
            <a:r>
              <a:rPr lang="en-US" altLang="ko-KR" sz="1400" b="0" dirty="0">
                <a:solidFill>
                  <a:schemeClr val="tx2"/>
                </a:solidFill>
                <a:effectLst/>
                <a:latin typeface="+mj-lt"/>
                <a:hlinkClick r:id="rId4"/>
              </a:rPr>
              <a:t>https://www.sciencedirect.com/science/article/pii/S2352914818301059?via%3Dihub</a:t>
            </a:r>
            <a:endParaRPr lang="en-US" altLang="ko-KR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DBCCD1-ACB4-79CD-62B4-803FD1639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004" y="4374599"/>
            <a:ext cx="5808279" cy="192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6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C91D-E799-37F5-68AF-76B9AF42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795C9-790F-2FD1-AC47-0204BF73FDB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Selection of ECG dataset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93B2C2-610E-4CB3-86DE-E7D59B08306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A8449-E4B4-9593-B393-885DCB57A385}"/>
              </a:ext>
            </a:extLst>
          </p:cNvPr>
          <p:cNvSpPr txBox="1"/>
          <p:nvPr/>
        </p:nvSpPr>
        <p:spPr>
          <a:xfrm>
            <a:off x="381000" y="2780928"/>
            <a:ext cx="7898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(Problem) </a:t>
            </a: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The ECG data measurement devices are all different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</a:t>
            </a: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 Merging and using an integrated ECG dataset: contaminated dataset.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=&gt; Select only one dataset.(below)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822BC-7A24-ADFB-0112-070132D3B3DD}"/>
              </a:ext>
            </a:extLst>
          </p:cNvPr>
          <p:cNvSpPr txBox="1"/>
          <p:nvPr/>
        </p:nvSpPr>
        <p:spPr>
          <a:xfrm>
            <a:off x="381000" y="1619288"/>
            <a:ext cx="7787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000" b="0" i="0" dirty="0">
                <a:solidFill>
                  <a:srgbClr val="C00000"/>
                </a:solidFill>
                <a:effectLst/>
                <a:latin typeface="+mj-lt"/>
              </a:rPr>
              <a:t>I searched for several 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ECG dataset</a:t>
            </a:r>
            <a:r>
              <a:rPr lang="en-US" altLang="ko-KR" sz="2000" b="0" i="0" dirty="0">
                <a:solidFill>
                  <a:srgbClr val="C00000"/>
                </a:solidFill>
                <a:effectLst/>
                <a:latin typeface="+mj-lt"/>
              </a:rPr>
              <a:t> as I hoped to merge them all</a:t>
            </a:r>
          </a:p>
          <a:p>
            <a:pPr marL="285750" indent="-285750">
              <a:buFontTx/>
              <a:buChar char="-"/>
            </a:pPr>
            <a:r>
              <a:rPr lang="en-US" altLang="ko-KR" sz="2000" b="0" i="0" dirty="0" err="1">
                <a:solidFill>
                  <a:srgbClr val="C00000"/>
                </a:solidFill>
                <a:effectLst/>
                <a:latin typeface="+mj-lt"/>
              </a:rPr>
              <a:t>i.e</a:t>
            </a:r>
            <a:r>
              <a:rPr lang="en-US" altLang="ko-KR" sz="2000" b="0" i="0" dirty="0">
                <a:solidFill>
                  <a:srgbClr val="C00000"/>
                </a:solidFill>
                <a:effectLst/>
                <a:latin typeface="+mj-lt"/>
              </a:rPr>
              <a:t>, A large integrated ECG dataset</a:t>
            </a:r>
            <a:endParaRPr lang="en-US" altLang="ko-KR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43846-76B0-656A-6570-A11656FC1B53}"/>
              </a:ext>
            </a:extLst>
          </p:cNvPr>
          <p:cNvSpPr txBox="1"/>
          <p:nvPr/>
        </p:nvSpPr>
        <p:spPr>
          <a:xfrm>
            <a:off x="381001" y="4159333"/>
            <a:ext cx="88349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Selection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16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16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8786CD-1EB6-6B78-B286-A81AE7A92E72}"/>
              </a:ext>
            </a:extLst>
          </p:cNvPr>
          <p:cNvSpPr/>
          <p:nvPr/>
        </p:nvSpPr>
        <p:spPr>
          <a:xfrm>
            <a:off x="1678738" y="4870592"/>
            <a:ext cx="6548524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Diabetes or Healthy</a:t>
            </a:r>
          </a:p>
          <a:p>
            <a:pPr algn="ctr"/>
            <a:r>
              <a:rPr lang="en-US" altLang="ko-KR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Binary classification Problem</a:t>
            </a:r>
          </a:p>
        </p:txBody>
      </p:sp>
    </p:spTree>
    <p:extLst>
      <p:ext uri="{BB962C8B-B14F-4D97-AF65-F5344CB8AC3E}">
        <p14:creationId xmlns:p14="http://schemas.microsoft.com/office/powerpoint/2010/main" val="157234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1614-32DB-90E6-F9F9-5DE474DB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0A749-A842-3692-A1BB-0890787E08D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Selection of ECG dataset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E9C976-D90E-BE5D-3E21-22DEF4D3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1313571"/>
            <a:ext cx="1574647" cy="51988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32AE47-40ED-5811-FB08-2855F0DBA864}"/>
              </a:ext>
            </a:extLst>
          </p:cNvPr>
          <p:cNvSpPr txBox="1"/>
          <p:nvPr/>
        </p:nvSpPr>
        <p:spPr>
          <a:xfrm>
            <a:off x="2504728" y="1619288"/>
            <a:ext cx="5663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Diabetes: 9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명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, 1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인 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4-7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개 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ECG dataset</a:t>
            </a:r>
          </a:p>
          <a:p>
            <a:pPr marL="285750" indent="-285750">
              <a:buFontTx/>
              <a:buChar char="-"/>
            </a:pP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Healthy: 19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명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, 1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인 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4-5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개 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ECG dataset</a:t>
            </a:r>
          </a:p>
          <a:p>
            <a:pPr marL="285750" indent="-285750">
              <a:buFontTx/>
              <a:buChar char="-"/>
            </a:pP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Exception: 1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명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+mj-lt"/>
              </a:rPr>
              <a:t>제외처리</a:t>
            </a:r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004CD-6D20-CB2D-A5A9-61003117FAC5}"/>
              </a:ext>
            </a:extLst>
          </p:cNvPr>
          <p:cNvSpPr txBox="1"/>
          <p:nvPr/>
        </p:nvSpPr>
        <p:spPr>
          <a:xfrm>
            <a:off x="2504728" y="2924044"/>
            <a:ext cx="57745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# of dataset is low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Not use Deep Learning Model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 Traditional Machine Learning Model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=&gt; Select Input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features: HRV analysis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HF, LF, VLF peak &amp; power: 6 input features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B069CE6D-5F1C-EA10-2F02-0DDA15EE42BC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31445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D497-08E1-B19C-DF7A-7F5DCD87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36937-BC18-3409-5F68-017576CDF1D1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Architecture of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3B22D-FB7D-5498-99EE-194B8C575E6D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Extracting input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27447-AA3A-9AFE-D32D-0D4215184057}"/>
              </a:ext>
            </a:extLst>
          </p:cNvPr>
          <p:cNvSpPr txBox="1"/>
          <p:nvPr/>
        </p:nvSpPr>
        <p:spPr>
          <a:xfrm>
            <a:off x="526832" y="2043725"/>
            <a:ext cx="7821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 detection from (Time, ECG)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RR intervals from R peaks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HRV analysis from RR intervals (using Fast Fourier-Transform, </a:t>
            </a: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i.e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 FFT)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5AECD-FF39-D249-5165-C554768480B5}"/>
              </a:ext>
            </a:extLst>
          </p:cNvPr>
          <p:cNvSpPr txBox="1"/>
          <p:nvPr/>
        </p:nvSpPr>
        <p:spPr>
          <a:xfrm>
            <a:off x="526832" y="3183974"/>
            <a:ext cx="38930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RR intervals: Time domain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HRV analysis: Frequency domain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=&gt; Need FFT.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2C8C03D-667F-3B6A-295E-982C6460B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892" y="3645639"/>
            <a:ext cx="2702754" cy="28645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30FF61-4EE8-0AC6-BA73-CE58ABE33258}"/>
              </a:ext>
            </a:extLst>
          </p:cNvPr>
          <p:cNvSpPr txBox="1"/>
          <p:nvPr/>
        </p:nvSpPr>
        <p:spPr>
          <a:xfrm>
            <a:off x="526832" y="4527745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Python Code design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58459-D657-04B7-A975-F25CF68A6940}"/>
              </a:ext>
            </a:extLst>
          </p:cNvPr>
          <p:cNvSpPr txBox="1"/>
          <p:nvPr/>
        </p:nvSpPr>
        <p:spPr>
          <a:xfrm>
            <a:off x="526832" y="5004585"/>
            <a:ext cx="45512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(Result) Failed Machine Learning Code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Too much noise in Raw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Used another dataset (below)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E0116-1CB7-609E-C1F7-F01F67CB575F}"/>
              </a:ext>
            </a:extLst>
          </p:cNvPr>
          <p:cNvSpPr txBox="1"/>
          <p:nvPr/>
        </p:nvSpPr>
        <p:spPr>
          <a:xfrm>
            <a:off x="526832" y="6004645"/>
            <a:ext cx="8530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+mj-lt"/>
              </a:rPr>
              <a:t>Candidate 2. </a:t>
            </a:r>
            <a:r>
              <a:rPr lang="en-US" altLang="ko-KR" sz="1600" b="0" dirty="0" err="1">
                <a:solidFill>
                  <a:srgbClr val="C00000"/>
                </a:solidFill>
                <a:effectLst/>
                <a:latin typeface="+mj-lt"/>
              </a:rPr>
              <a:t>Cerebromicrovascular</a:t>
            </a:r>
            <a:r>
              <a:rPr lang="en-US" altLang="ko-KR" sz="1600" b="0" dirty="0">
                <a:solidFill>
                  <a:srgbClr val="C00000"/>
                </a:solidFill>
                <a:effectLst/>
                <a:latin typeface="+mj-lt"/>
              </a:rPr>
              <a:t> Disease in Elderly with Diabetes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37E0DDCB-E576-5F80-379C-5DADAAAC0DD3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159331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7A62-B0E6-00ED-99C7-287AA736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D3A59-9116-7B7C-AF18-BF41A7CFB60B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86A42-4FD3-FDCE-0690-4160F5A57553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pic>
        <p:nvPicPr>
          <p:cNvPr id="7" name="그림 6" descr="멀티미디어 소프트웨어, 소프트웨어, 그래픽 소프트웨어, 스크린샷이(가) 표시된 사진&#10;&#10;자동 생성된 설명">
            <a:extLst>
              <a:ext uri="{FF2B5EF4-FFF2-40B4-BE49-F238E27FC236}">
                <a16:creationId xmlns:a16="http://schemas.microsoft.com/office/drawing/2014/main" id="{B921C889-E4C5-8B1A-7DAC-2C4E6A85A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" y="2924944"/>
            <a:ext cx="9763125" cy="1381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298903-D457-6FEB-8F58-33CE46140484}"/>
              </a:ext>
            </a:extLst>
          </p:cNvPr>
          <p:cNvSpPr txBox="1"/>
          <p:nvPr/>
        </p:nvSpPr>
        <p:spPr>
          <a:xfrm>
            <a:off x="526832" y="2039483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Library &amp; Module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F507525-E5F9-13C9-D752-FF4705B3D3F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315695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0150-28EA-96D1-9E75-C254C8C5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AEEB78-4B22-27C9-A2AA-1414F234E17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18DFC-9317-5383-ACF3-326757D7D634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8A060-02C4-B74D-6D69-B440F4FEF44E}"/>
              </a:ext>
            </a:extLst>
          </p:cNvPr>
          <p:cNvSpPr txBox="1"/>
          <p:nvPr/>
        </p:nvSpPr>
        <p:spPr>
          <a:xfrm>
            <a:off x="526832" y="2039483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Loading: csv files to data frames</a:t>
            </a:r>
          </a:p>
        </p:txBody>
      </p:sp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A1E7CB0E-93A4-C146-C6E9-1C6405284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00" y="2408815"/>
            <a:ext cx="3559447" cy="3982184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3E70CBDD-AC1D-1401-E8DB-0C48EE64F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116" y="2563404"/>
            <a:ext cx="5836984" cy="3418439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6E354E8E-5354-96A9-B31D-701BAB50D48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263680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D88E-55AC-62B6-77F5-BA3D11C6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FDB46-C558-7598-5630-35B83FD681B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31E5A-7E9D-9BA5-9DEB-47FB00A8F631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587A2-2052-2618-5628-AE12FBC75678}"/>
              </a:ext>
            </a:extLst>
          </p:cNvPr>
          <p:cNvSpPr txBox="1"/>
          <p:nvPr/>
        </p:nvSpPr>
        <p:spPr>
          <a:xfrm>
            <a:off x="526832" y="2039483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Loading: csv files to data frames</a:t>
            </a:r>
          </a:p>
        </p:txBody>
      </p:sp>
      <p:pic>
        <p:nvPicPr>
          <p:cNvPr id="9" name="그림 8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303AA93F-4085-D887-638D-2606120A7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999" y="1484784"/>
            <a:ext cx="4860032" cy="5034852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492B8400-0C58-C042-6206-A9EA60FA5D38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1822870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9E7D-44D6-6948-5818-3CDB5486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5D5526-9805-17E0-743B-7C6A1310335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27A5A-92A5-83DF-4508-9EF0B73CB942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0DB05-979A-F40C-E0E1-8F4AA9F3971D}"/>
              </a:ext>
            </a:extLst>
          </p:cNvPr>
          <p:cNvSpPr txBox="1"/>
          <p:nvPr/>
        </p:nvSpPr>
        <p:spPr>
          <a:xfrm>
            <a:off x="526832" y="2039483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Loading: csv files to data frames</a:t>
            </a:r>
          </a:p>
        </p:txBody>
      </p:sp>
      <p:pic>
        <p:nvPicPr>
          <p:cNvPr id="11" name="그림 10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853FFA0-20A2-1CCA-BCA5-D606A2414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2728686"/>
            <a:ext cx="9414410" cy="2416334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5276B994-43A7-3860-B5CA-CD1D38378D45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285230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D9CD-8567-5ED4-CD68-51A75F12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FA6E6-40CC-1445-DCB3-225743EF07B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0F09C-B3A6-9C11-8964-872ED296D6F1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pic>
        <p:nvPicPr>
          <p:cNvPr id="10" name="Picture 2" descr="undefined">
            <a:extLst>
              <a:ext uri="{FF2B5EF4-FFF2-40B4-BE49-F238E27FC236}">
                <a16:creationId xmlns:a16="http://schemas.microsoft.com/office/drawing/2014/main" id="{31BCCCB1-2CD3-A869-F74A-D29470CB3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528" y="1884894"/>
            <a:ext cx="4581128" cy="458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90A486-BA7E-2AF4-BF1A-7D68C35B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56" y="2996952"/>
            <a:ext cx="5199693" cy="1734706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ECCD8F4E-D3F0-9937-E1A9-0B7E91EB2871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A232A-BA60-7C08-0811-C3EA11C66199}"/>
              </a:ext>
            </a:extLst>
          </p:cNvPr>
          <p:cNvSpPr txBox="1"/>
          <p:nvPr/>
        </p:nvSpPr>
        <p:spPr>
          <a:xfrm>
            <a:off x="200472" y="5136531"/>
            <a:ext cx="516138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</a:p>
          <a:p>
            <a:pPr marL="285750" indent="-285750">
              <a:buFontTx/>
              <a:buChar char="-"/>
            </a:pP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Pan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,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J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., &amp;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Tompkins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,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W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J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(1985).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A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Real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-Time QRS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Detection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Algorithm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. IEEE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Transactions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on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</a:t>
            </a:r>
            <a:r>
              <a:rPr kumimoji="0" lang="ko-KR" altLang="ko-KR" sz="1200" b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Biomedical</a:t>
            </a:r>
            <a:r>
              <a:rPr kumimoji="0" lang="ko-KR" altLang="ko-KR" sz="12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cs typeface="Tahoma" panose="020B0604030504040204" pitchFamily="34" charset="0"/>
              </a:rPr>
              <a:t> Engineering, BME-32(3), 230–236.</a:t>
            </a:r>
            <a:endParaRPr kumimoji="0" lang="en-US" altLang="ko-KR" sz="1200" b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j-lt"/>
              <a:cs typeface="Tahom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/>
              <a:t>Pan–Tompkins algorithm. (2024, 12</a:t>
            </a:r>
            <a:r>
              <a:rPr lang="ko-KR" altLang="en-US" sz="1200" dirty="0"/>
              <a:t>월 </a:t>
            </a:r>
            <a:r>
              <a:rPr lang="en-US" altLang="ko-KR" sz="1200" dirty="0"/>
              <a:t>4</a:t>
            </a:r>
            <a:r>
              <a:rPr lang="ko-KR" altLang="en-US" sz="1200" dirty="0"/>
              <a:t>일</a:t>
            </a:r>
            <a:r>
              <a:rPr lang="en-US" altLang="ko-KR" sz="1200" dirty="0"/>
              <a:t>). </a:t>
            </a:r>
            <a:r>
              <a:rPr lang="en-US" altLang="ko-KR" sz="1200" i="1" dirty="0"/>
              <a:t>Wikipedia</a:t>
            </a:r>
            <a:r>
              <a:rPr lang="en-US" altLang="ko-KR" sz="1200" dirty="0"/>
              <a:t>. </a:t>
            </a:r>
            <a:r>
              <a:rPr lang="en-US" altLang="ko-KR" sz="1200" dirty="0">
                <a:hlinkClick r:id="rId5"/>
              </a:rPr>
              <a:t>https://en.wikipedia.org/wiki/Pan%E2%80%93Tompkins_algorithm</a:t>
            </a:r>
            <a:endParaRPr kumimoji="0" lang="ko-KR" altLang="ko-KR" sz="1200" b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j-lt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F59E9-D719-F870-6B15-424CBC4DDBEB}"/>
              </a:ext>
            </a:extLst>
          </p:cNvPr>
          <p:cNvSpPr txBox="1"/>
          <p:nvPr/>
        </p:nvSpPr>
        <p:spPr>
          <a:xfrm>
            <a:off x="526832" y="2039483"/>
            <a:ext cx="5141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 detection from (Time, ECG)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modified &amp; simplified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Pan-Tompkins Algorithm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0262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7C20-B7C8-7FC1-9555-FE136129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5011A-3EBD-807D-D2DC-1009EE1240B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59A48-B974-C5D6-F26F-D4930D85B1C8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42338-6CAC-13BE-94F0-C52AE39257DA}"/>
              </a:ext>
            </a:extLst>
          </p:cNvPr>
          <p:cNvSpPr txBox="1"/>
          <p:nvPr/>
        </p:nvSpPr>
        <p:spPr>
          <a:xfrm>
            <a:off x="526832" y="2039483"/>
            <a:ext cx="5141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 detection from (Time, ECG)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modified &amp; simplified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Pan-Tompkins Algorithm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" name="Picture 2" descr="undefined">
            <a:extLst>
              <a:ext uri="{FF2B5EF4-FFF2-40B4-BE49-F238E27FC236}">
                <a16:creationId xmlns:a16="http://schemas.microsoft.com/office/drawing/2014/main" id="{4811EAFB-DE13-6BA6-3B9A-F55B32E6D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70" y="2705957"/>
            <a:ext cx="3529105" cy="352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1D9BC5D5-753A-7E04-AB14-F42129E3A73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691DB-B51E-EDF0-0115-64E0072EFB02}"/>
              </a:ext>
            </a:extLst>
          </p:cNvPr>
          <p:cNvSpPr txBox="1"/>
          <p:nvPr/>
        </p:nvSpPr>
        <p:spPr>
          <a:xfrm>
            <a:off x="3872880" y="3761733"/>
            <a:ext cx="5652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+mj-lt"/>
              </a:rPr>
              <a:t>R peaks satisfy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local maxima, sign of derivative changes + to –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average norm of derivative: enough large</a:t>
            </a:r>
            <a:br>
              <a:rPr lang="en-US" altLang="ko-KR" dirty="0">
                <a:solidFill>
                  <a:srgbClr val="00B050"/>
                </a:solidFill>
                <a:latin typeface="+mj-lt"/>
              </a:rPr>
            </a:br>
            <a:r>
              <a:rPr lang="en-US" altLang="ko-KR" dirty="0">
                <a:solidFill>
                  <a:srgbClr val="00B050"/>
                </a:solidFill>
                <a:latin typeface="+mj-lt"/>
              </a:rPr>
              <a:t>=&gt; derivative threshold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AD4CD-E511-B22A-F848-3AC350ABB8B7}"/>
              </a:ext>
            </a:extLst>
          </p:cNvPr>
          <p:cNvSpPr txBox="1"/>
          <p:nvPr/>
        </p:nvSpPr>
        <p:spPr>
          <a:xfrm>
            <a:off x="3872880" y="3356121"/>
            <a:ext cx="4019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My Idea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BFFB8-89B8-A3A9-50EC-875187F799F1}"/>
              </a:ext>
            </a:extLst>
          </p:cNvPr>
          <p:cNvSpPr txBox="1"/>
          <p:nvPr/>
        </p:nvSpPr>
        <p:spPr>
          <a:xfrm>
            <a:off x="4953000" y="5005635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find_peaks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function detects peaks</a:t>
            </a:r>
            <a:br>
              <a:rPr lang="en-US" altLang="ko-KR" dirty="0">
                <a:solidFill>
                  <a:srgbClr val="00B050"/>
                </a:solidFill>
                <a:latin typeface="+mj-lt"/>
              </a:rPr>
            </a:br>
            <a:r>
              <a:rPr lang="en-US" altLang="ko-KR" dirty="0">
                <a:solidFill>
                  <a:srgbClr val="00B050"/>
                </a:solidFill>
                <a:latin typeface="+mj-lt"/>
              </a:rPr>
              <a:t>: P, R, T and some peak noise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use derivative threshold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F9092-1F6B-A335-FAD8-0FCAEFB03DD4}"/>
              </a:ext>
            </a:extLst>
          </p:cNvPr>
          <p:cNvSpPr txBox="1"/>
          <p:nvPr/>
        </p:nvSpPr>
        <p:spPr>
          <a:xfrm>
            <a:off x="526832" y="5809733"/>
            <a:ext cx="51613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Reference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/>
              <a:t>Pan–Tompkins algorithm. (2024, 12</a:t>
            </a:r>
            <a:r>
              <a:rPr lang="ko-KR" altLang="en-US" sz="1200" dirty="0"/>
              <a:t>월 </a:t>
            </a:r>
            <a:r>
              <a:rPr lang="en-US" altLang="ko-KR" sz="1200" dirty="0"/>
              <a:t>4</a:t>
            </a:r>
            <a:r>
              <a:rPr lang="ko-KR" altLang="en-US" sz="1200" dirty="0"/>
              <a:t>일</a:t>
            </a:r>
            <a:r>
              <a:rPr lang="en-US" altLang="ko-KR" sz="1200" dirty="0"/>
              <a:t>). </a:t>
            </a:r>
            <a:r>
              <a:rPr lang="en-US" altLang="ko-KR" sz="1200" i="1" dirty="0"/>
              <a:t>Wikipedia</a:t>
            </a:r>
            <a:r>
              <a:rPr lang="en-US" altLang="ko-KR" sz="1200" dirty="0"/>
              <a:t>. </a:t>
            </a:r>
            <a:r>
              <a:rPr lang="en-US" altLang="ko-KR" sz="1200" dirty="0">
                <a:hlinkClick r:id="rId4"/>
              </a:rPr>
              <a:t>https://en.wikipedia.org/wiki/Pan%E2%80%93Tompkins_algorithm</a:t>
            </a:r>
            <a:endParaRPr kumimoji="0" lang="ko-KR" altLang="ko-KR" sz="1200" b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j-lt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916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9537-DB3D-29C9-309F-C1CC200B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29C6C1-CB1D-EA17-D38B-07BF78E4AF4F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44D80-E4A7-2814-657D-BC22038F4A00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9A911D-24B1-56AF-140B-65792CAF0E2B}"/>
              </a:ext>
            </a:extLst>
          </p:cNvPr>
          <p:cNvSpPr txBox="1"/>
          <p:nvPr/>
        </p:nvSpPr>
        <p:spPr>
          <a:xfrm>
            <a:off x="526832" y="3212976"/>
            <a:ext cx="8818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Normalization &amp; Bandpass filter (Butterworth filter)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Emphasize QRS frequency band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B050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Derivative Filter: derivative change + to –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R_peaks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indices candidate (1)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AAE380F-5173-6C21-7F8E-DC12DEBE382A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D2BD4-11EF-8B14-8515-335AF7C654BF}"/>
              </a:ext>
            </a:extLst>
          </p:cNvPr>
          <p:cNvSpPr txBox="1"/>
          <p:nvPr/>
        </p:nvSpPr>
        <p:spPr>
          <a:xfrm>
            <a:off x="526832" y="2039483"/>
            <a:ext cx="5205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 detection from (Time, ECG)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modified &amp; simplified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Pan-Tompkins Algorithm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874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DF81-F40B-1180-F381-AB05A5C8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D45F9F-9C20-EFCD-D905-BF1CA70B65ED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pic>
        <p:nvPicPr>
          <p:cNvPr id="6" name="그림 5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4AEEB3F5-2243-F4B6-DAA4-8DD7E3696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39" y="1330919"/>
            <a:ext cx="7044322" cy="5268628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5F716C5-A2A9-A640-2DC6-C23D7E5D1F58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2393732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A7AB-ED52-FA47-1AAF-8823CCA7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8B3F3-39C5-B242-2EEE-4A5D875B6B4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F3BA0-DC41-4299-CDB5-2C860FB54881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9297C-75AB-8DD6-5D57-FD835A933373}"/>
              </a:ext>
            </a:extLst>
          </p:cNvPr>
          <p:cNvSpPr txBox="1"/>
          <p:nvPr/>
        </p:nvSpPr>
        <p:spPr>
          <a:xfrm>
            <a:off x="526832" y="3150898"/>
            <a:ext cx="71334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Moving Average Filter: </a:t>
            </a: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derivative_threshold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from Moving Average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R_peaks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indices candidate (2)</a:t>
            </a:r>
          </a:p>
          <a:p>
            <a:endParaRPr lang="en-US" altLang="ko-KR" dirty="0">
              <a:solidFill>
                <a:srgbClr val="00B050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find_peaks</a:t>
            </a:r>
            <a:endParaRPr lang="en-US" altLang="ko-KR" dirty="0">
              <a:solidFill>
                <a:srgbClr val="00B050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R_peaks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indices candidate (3)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B050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Refine peaks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rgbClr val="00B050"/>
                </a:solidFill>
                <a:latin typeface="+mj-lt"/>
              </a:rPr>
              <a:t>R_peaks</a:t>
            </a:r>
            <a:r>
              <a:rPr lang="en-US" altLang="ko-KR" dirty="0">
                <a:solidFill>
                  <a:srgbClr val="00B050"/>
                </a:solidFill>
                <a:latin typeface="+mj-lt"/>
              </a:rPr>
              <a:t> indices intersection of three candidates (1), (2) and (3)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F9B51842-20F2-D143-EEF4-B1BBED3EC9BD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F794A-55E8-3BD6-6900-D9D145F85D11}"/>
              </a:ext>
            </a:extLst>
          </p:cNvPr>
          <p:cNvSpPr txBox="1"/>
          <p:nvPr/>
        </p:nvSpPr>
        <p:spPr>
          <a:xfrm>
            <a:off x="526832" y="2039483"/>
            <a:ext cx="5141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 detection from (Time, ECG) dataset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modified &amp; simplified 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Pan-Tompkins Algorithm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8815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DED6-30AB-5665-493B-4575094D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D4B-7836-D850-BDA6-758EC6427E3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28E8D1C-81F7-8412-8B21-091CB3FF8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794" y="1412776"/>
            <a:ext cx="6548411" cy="5445224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5A807ED4-BEEE-EF24-C390-A1F894BA655E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3365740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0A0A-6F88-4FD2-06C1-2458E01F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8740B-C265-3096-3C68-CFB6121D2E8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91E466E-FA4F-0769-E064-83C82BCD7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84" y="1985038"/>
            <a:ext cx="7920880" cy="4872962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ACD6D77B-79B1-FFC7-1CEA-F9F702C527E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8BFA9-3228-16D8-4E8F-1C5C5E7950A2}"/>
              </a:ext>
            </a:extLst>
          </p:cNvPr>
          <p:cNvSpPr txBox="1"/>
          <p:nvPr/>
        </p:nvSpPr>
        <p:spPr>
          <a:xfrm>
            <a:off x="381000" y="1289788"/>
            <a:ext cx="8604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+mj-lt"/>
              </a:rPr>
              <a:t>Sampling Frequency fs = 250</a:t>
            </a:r>
            <a:r>
              <a:rPr lang="en-US" altLang="ko-KR" b="0" i="0" dirty="0">
                <a:solidFill>
                  <a:srgbClr val="00B050"/>
                </a:solidFill>
                <a:effectLst/>
                <a:latin typeface="+mj-lt"/>
              </a:rPr>
              <a:t> (below)</a:t>
            </a:r>
            <a:br>
              <a:rPr lang="en-US" altLang="ko-KR" dirty="0">
                <a:solidFill>
                  <a:srgbClr val="00B050"/>
                </a:solidFill>
                <a:latin typeface="+mj-lt"/>
              </a:rPr>
            </a:b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Data description</a:t>
            </a:r>
            <a:r>
              <a:rPr lang="en-US" altLang="ko-KR" sz="1400" b="0" dirty="0">
                <a:solidFill>
                  <a:schemeClr val="tx2"/>
                </a:solidFill>
                <a:effectLst/>
                <a:latin typeface="+mj-lt"/>
              </a:rPr>
              <a:t>: </a:t>
            </a:r>
            <a:r>
              <a:rPr lang="en-US" altLang="ko-KR" sz="1400" b="0" dirty="0">
                <a:solidFill>
                  <a:schemeClr val="tx2"/>
                </a:solidFill>
                <a:effectLst/>
                <a:latin typeface="+mj-lt"/>
                <a:hlinkClick r:id="rId4"/>
              </a:rPr>
              <a:t>https://www.sciencedirect.com/science/article/pii/S2352914818301059?via%3Dihub</a:t>
            </a:r>
            <a:endParaRPr lang="en-US" altLang="ko-KR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6785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28F4-5F5E-6BE4-8969-E65D4FC6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95AB4-FEA0-6EE6-D520-0C3BE09B30F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F0E31-9ECF-4EAB-FB7A-6F8BAB7B6ACB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018E9-EA39-D34B-C662-2D2C8870F77D}"/>
              </a:ext>
            </a:extLst>
          </p:cNvPr>
          <p:cNvSpPr txBox="1"/>
          <p:nvPr/>
        </p:nvSpPr>
        <p:spPr>
          <a:xfrm>
            <a:off x="526832" y="2039483"/>
            <a:ext cx="176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Visualization</a:t>
            </a:r>
          </a:p>
        </p:txBody>
      </p:sp>
      <p:pic>
        <p:nvPicPr>
          <p:cNvPr id="17" name="그림 16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223C6074-B072-0B33-D1F8-3C0FCC0C6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00" y="2443930"/>
            <a:ext cx="8292400" cy="3865940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D9E2B66-7D06-85BF-9EA6-DC219F915D2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1648261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F010-F697-4583-67C1-D41890B3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520AC-5AE3-BE0C-59AD-54C7F83156E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FE3BB-DF28-1C45-5DC0-5A989CF0F204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33A97-3929-50C2-59A3-4988AF5F1EA1}"/>
              </a:ext>
            </a:extLst>
          </p:cNvPr>
          <p:cNvSpPr txBox="1"/>
          <p:nvPr/>
        </p:nvSpPr>
        <p:spPr>
          <a:xfrm>
            <a:off x="526832" y="2039483"/>
            <a:ext cx="176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Visualization</a:t>
            </a:r>
          </a:p>
        </p:txBody>
      </p:sp>
      <p:pic>
        <p:nvPicPr>
          <p:cNvPr id="6" name="그림 5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D6905299-C0A3-0B96-6CC3-AE9650A9D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872" y="1484784"/>
            <a:ext cx="5256584" cy="5003491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9364579D-CD01-D3D2-F620-DA7C8958D963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474532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423C-1412-C775-1724-F044B27C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695291-B004-F803-085E-2F0C51A2FCC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5225A2-D7ED-256F-2DED-C6EFC55475E5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88221-0804-623E-AE5D-6861705C378C}"/>
              </a:ext>
            </a:extLst>
          </p:cNvPr>
          <p:cNvSpPr txBox="1"/>
          <p:nvPr/>
        </p:nvSpPr>
        <p:spPr>
          <a:xfrm>
            <a:off x="526832" y="2039483"/>
            <a:ext cx="176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Visualization</a:t>
            </a:r>
          </a:p>
        </p:txBody>
      </p:sp>
      <p:pic>
        <p:nvPicPr>
          <p:cNvPr id="10" name="그림 9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413296DE-7BD2-9D72-F96A-BBF1A7714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472" y="1884894"/>
            <a:ext cx="7666528" cy="4833578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B9020950-ABD9-3030-ED3B-35C4530569B1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A259D2-41E8-3D83-9055-EBAFDF458155}"/>
              </a:ext>
            </a:extLst>
          </p:cNvPr>
          <p:cNvSpPr/>
          <p:nvPr/>
        </p:nvSpPr>
        <p:spPr>
          <a:xfrm>
            <a:off x="2342724" y="5661248"/>
            <a:ext cx="3093950" cy="26666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675A29-AA9D-25CF-D34D-2A9B488196A9}"/>
              </a:ext>
            </a:extLst>
          </p:cNvPr>
          <p:cNvSpPr/>
          <p:nvPr/>
        </p:nvSpPr>
        <p:spPr>
          <a:xfrm>
            <a:off x="2342724" y="6237312"/>
            <a:ext cx="3093950" cy="26666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F5ABEC-4D07-CF1D-43CD-36A2DF333926}"/>
              </a:ext>
            </a:extLst>
          </p:cNvPr>
          <p:cNvSpPr/>
          <p:nvPr/>
        </p:nvSpPr>
        <p:spPr>
          <a:xfrm>
            <a:off x="2342724" y="6503979"/>
            <a:ext cx="7506820" cy="188406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80C2C-FF4A-5723-EB0E-523A1972A840}"/>
              </a:ext>
            </a:extLst>
          </p:cNvPr>
          <p:cNvSpPr/>
          <p:nvPr/>
        </p:nvSpPr>
        <p:spPr>
          <a:xfrm>
            <a:off x="200472" y="4568684"/>
            <a:ext cx="1909692" cy="6858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Failed to R peaks detection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231C92-73F2-1119-BF1A-D6A9B0B2BB70}"/>
              </a:ext>
            </a:extLst>
          </p:cNvPr>
          <p:cNvSpPr/>
          <p:nvPr/>
        </p:nvSpPr>
        <p:spPr>
          <a:xfrm>
            <a:off x="200471" y="5600818"/>
            <a:ext cx="1909692" cy="685861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RR intervals are not periodic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9340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77BB-235C-A822-C9E6-F58C800D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956DC-928D-5C30-43EE-083E739C656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65A99-2D8E-1AD2-7DAC-D1A17D5FAA1F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B9E5E5-37DA-4211-B02A-26C73C541B3E}"/>
              </a:ext>
            </a:extLst>
          </p:cNvPr>
          <p:cNvSpPr txBox="1"/>
          <p:nvPr/>
        </p:nvSpPr>
        <p:spPr>
          <a:xfrm>
            <a:off x="526832" y="2039483"/>
            <a:ext cx="176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Visualization</a:t>
            </a:r>
          </a:p>
        </p:txBody>
      </p:sp>
      <p:pic>
        <p:nvPicPr>
          <p:cNvPr id="14" name="그림 13" descr="텍스트, 그래프, 도표, 라인이(가) 표시된 사진&#10;&#10;자동 생성된 설명">
            <a:extLst>
              <a:ext uri="{FF2B5EF4-FFF2-40B4-BE49-F238E27FC236}">
                <a16:creationId xmlns:a16="http://schemas.microsoft.com/office/drawing/2014/main" id="{DA18EEB5-C9DD-6978-3D25-90FDB5A1A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720" y="2039483"/>
            <a:ext cx="7010310" cy="4290013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331C7978-7149-C2D1-FEBE-D0B2BD63B973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679502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4DE5-67CD-294E-A129-20528233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17999-CA25-816E-A549-78109E92F237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333CB-1897-D967-B61B-9B092151E0FA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28DCA-96CA-32B2-FC25-9427FCB17729}"/>
              </a:ext>
            </a:extLst>
          </p:cNvPr>
          <p:cNvSpPr txBox="1"/>
          <p:nvPr/>
        </p:nvSpPr>
        <p:spPr>
          <a:xfrm>
            <a:off x="526832" y="2039483"/>
            <a:ext cx="18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HRV analysis</a:t>
            </a:r>
          </a:p>
        </p:txBody>
      </p:sp>
      <p:pic>
        <p:nvPicPr>
          <p:cNvPr id="5" name="그림 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3912CE5A-5BB1-A841-AA3B-DEC97849F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48" y="3033474"/>
            <a:ext cx="7628903" cy="237168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51133E56-2E5D-1EB7-DB3E-2AA0B1FF743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3659263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D89E-27A7-0876-5A90-6B970D28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63083-7346-6D99-DC33-337ADB0F557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76DDE-F949-0015-DEEA-74760FD74135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5AA87-8449-B1C9-DD33-E95496EFB6C7}"/>
              </a:ext>
            </a:extLst>
          </p:cNvPr>
          <p:cNvSpPr txBox="1"/>
          <p:nvPr/>
        </p:nvSpPr>
        <p:spPr>
          <a:xfrm>
            <a:off x="526832" y="2039483"/>
            <a:ext cx="18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HRV analysis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996F8D5-9D0C-C624-5854-FABBC44E5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432" y="1336763"/>
            <a:ext cx="5112568" cy="5480193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1AB1A6C5-E729-F66E-D548-61EED02D025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4084871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5395-AAEA-130C-624D-CACCA541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AA35C-8CCB-6642-2E59-2C7445144B2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630A7-04F8-B327-C763-C9C816EAC645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56E57-8D15-A0BD-3B63-7F7461B07773}"/>
              </a:ext>
            </a:extLst>
          </p:cNvPr>
          <p:cNvSpPr txBox="1"/>
          <p:nvPr/>
        </p:nvSpPr>
        <p:spPr>
          <a:xfrm>
            <a:off x="526832" y="2039483"/>
            <a:ext cx="18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HRV analysis</a:t>
            </a:r>
          </a:p>
        </p:txBody>
      </p:sp>
      <p:pic>
        <p:nvPicPr>
          <p:cNvPr id="9" name="그림 8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B3BCD70F-E170-A55D-D36C-C2B97E3CB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71" y="2563404"/>
            <a:ext cx="9014257" cy="2633684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0EA611F9-51E2-E4B1-CA5C-4C13CF200EF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</p:spTree>
    <p:extLst>
      <p:ext uri="{BB962C8B-B14F-4D97-AF65-F5344CB8AC3E}">
        <p14:creationId xmlns:p14="http://schemas.microsoft.com/office/powerpoint/2010/main" val="218403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D3B7-4255-8DA2-18CC-3EBBB7A6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FAA72-7067-2D39-531C-4EA4A7FE469F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Python code for extracting input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3D7488-7836-58E5-EFDC-CDEC3DC4B4F0}"/>
              </a:ext>
            </a:extLst>
          </p:cNvPr>
          <p:cNvSpPr txBox="1"/>
          <p:nvPr/>
        </p:nvSpPr>
        <p:spPr>
          <a:xfrm>
            <a:off x="526832" y="1484784"/>
            <a:ext cx="8530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C00000"/>
                </a:solidFill>
                <a:effectLst/>
                <a:latin typeface="+mj-lt"/>
              </a:rPr>
              <a:t>1_data.ipynb Architecture</a:t>
            </a:r>
          </a:p>
        </p:txBody>
      </p:sp>
      <p:pic>
        <p:nvPicPr>
          <p:cNvPr id="14" name="그림 13" descr="텍스트, 그래프, 도표, 라인이(가) 표시된 사진&#10;&#10;자동 생성된 설명">
            <a:extLst>
              <a:ext uri="{FF2B5EF4-FFF2-40B4-BE49-F238E27FC236}">
                <a16:creationId xmlns:a16="http://schemas.microsoft.com/office/drawing/2014/main" id="{F76A4FAE-4831-6D88-FB82-92AF746A3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31412"/>
            <a:ext cx="4427984" cy="2709739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99F1A69B-C5B5-97A7-4779-480FCD0AA94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2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3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rd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35927-DE12-33C4-A286-545295EC5C7B}"/>
              </a:ext>
            </a:extLst>
          </p:cNvPr>
          <p:cNvSpPr txBox="1"/>
          <p:nvPr/>
        </p:nvSpPr>
        <p:spPr>
          <a:xfrm>
            <a:off x="5385048" y="2635975"/>
            <a:ext cx="33714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Too much noise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Adjusting hyper-parameters,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But failed.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=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&gt; Change ECG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dataset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227C3-108B-3F36-9AFC-7F4D1F757277}"/>
              </a:ext>
            </a:extLst>
          </p:cNvPr>
          <p:cNvSpPr txBox="1"/>
          <p:nvPr/>
        </p:nvSpPr>
        <p:spPr>
          <a:xfrm>
            <a:off x="5385048" y="4217821"/>
            <a:ext cx="4320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Hyper-Parameters (Below)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bandpass filter: lowcut, </a:t>
            </a:r>
            <a:r>
              <a:rPr lang="en-US" altLang="ko-KR" b="0" dirty="0" err="1">
                <a:solidFill>
                  <a:schemeClr val="tx2"/>
                </a:solidFill>
                <a:effectLst/>
                <a:latin typeface="+mj-lt"/>
              </a:rPr>
              <a:t>highcut</a:t>
            </a: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, order</a:t>
            </a:r>
          </a:p>
          <a:p>
            <a:pPr marL="285750" indent="-285750">
              <a:buFontTx/>
              <a:buChar char="-"/>
            </a:pPr>
            <a:r>
              <a:rPr lang="en-US" altLang="ko-KR" b="0" dirty="0">
                <a:solidFill>
                  <a:schemeClr val="tx2"/>
                </a:solidFill>
                <a:effectLst/>
                <a:latin typeface="+mj-lt"/>
              </a:rPr>
              <a:t>moving average filter: window size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Etc.</a:t>
            </a:r>
            <a:endParaRPr lang="en-US" altLang="ko-KR" b="0" dirty="0">
              <a:solidFill>
                <a:schemeClr val="tx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335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3551-DDA3-1001-A9BE-0EB25A97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8A2D9-4C46-6A7E-2BB2-1ED7922F4E8D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7B30113-24D7-33F8-5505-397B85DBD1B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1AB0D-0304-94B7-D6D4-AA79427589C4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4A4DE-2CF2-D111-26FE-A959B98A9B82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pic>
        <p:nvPicPr>
          <p:cNvPr id="11" name="그림 10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11545F-5EDB-F62D-57EB-18FDF281F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54" y="2603049"/>
            <a:ext cx="7157139" cy="42452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A1EC87-26C7-4E72-AC1A-3E21089CB395}"/>
              </a:ext>
            </a:extLst>
          </p:cNvPr>
          <p:cNvSpPr txBox="1"/>
          <p:nvPr/>
        </p:nvSpPr>
        <p:spPr>
          <a:xfrm>
            <a:off x="7257256" y="3284984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Addition (1)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Add Header at RAW ECG dataset</a:t>
            </a:r>
          </a:p>
        </p:txBody>
      </p:sp>
    </p:spTree>
    <p:extLst>
      <p:ext uri="{BB962C8B-B14F-4D97-AF65-F5344CB8AC3E}">
        <p14:creationId xmlns:p14="http://schemas.microsoft.com/office/powerpoint/2010/main" val="2806745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6D01-54E9-5DB2-ABAB-E059B313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0AA16D-CF59-D258-DC2E-3220940F164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BE7CFF3-0838-AD15-1F74-F7CE94B48EF0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C7FAC-2C98-2BFD-803E-56EA5F39603A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F3114-6156-C20F-3CEC-399A54F9531A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130789-3243-EF09-228E-545ECB997B59}"/>
              </a:ext>
            </a:extLst>
          </p:cNvPr>
          <p:cNvSpPr txBox="1"/>
          <p:nvPr/>
        </p:nvSpPr>
        <p:spPr>
          <a:xfrm>
            <a:off x="7559270" y="3284984"/>
            <a:ext cx="2346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Addition (2)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Sampling Frequency Calculation</a:t>
            </a:r>
          </a:p>
        </p:txBody>
      </p:sp>
      <p:pic>
        <p:nvPicPr>
          <p:cNvPr id="7" name="그림 6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F5BA7F-752E-C684-4A06-0FF184A05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36912"/>
            <a:ext cx="7530722" cy="422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01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FBB0-E1B3-1911-4249-4D31CA00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46E27-A9C6-AED4-F107-3A009A7ECACF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1329A5A-CEBB-1F53-95B2-F4E698814983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D2404-EAE2-61C7-70E6-B8DA988B11F3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B8312-CF2B-5CEE-08D4-AFBC089DAAC2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pic>
        <p:nvPicPr>
          <p:cNvPr id="8" name="그림 7" descr="텍스트, 라인, 폰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4373D9-08EC-D613-FAE3-BFAC9D73E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3" y="2809176"/>
            <a:ext cx="8633034" cy="4029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8E7F0B-7C50-EEB1-6645-F30366E16391}"/>
              </a:ext>
            </a:extLst>
          </p:cNvPr>
          <p:cNvSpPr txBox="1"/>
          <p:nvPr/>
        </p:nvSpPr>
        <p:spPr>
          <a:xfrm>
            <a:off x="526832" y="2359354"/>
            <a:ext cx="504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Raw ECG data Visualization (mid 5 second)</a:t>
            </a:r>
          </a:p>
        </p:txBody>
      </p:sp>
    </p:spTree>
    <p:extLst>
      <p:ext uri="{BB962C8B-B14F-4D97-AF65-F5344CB8AC3E}">
        <p14:creationId xmlns:p14="http://schemas.microsoft.com/office/powerpoint/2010/main" val="2668785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58C8-0237-9037-83C1-498EFE55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DC4A6F-1BBA-D2DD-0FBD-ED100094915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E90889E-BC92-EA19-8C12-C938FFED9F05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14333-6605-016C-5648-C7D5D5FC5A16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8A5F8-7E58-4C69-2BBD-EBC0C2851040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pic>
        <p:nvPicPr>
          <p:cNvPr id="8" name="그림 7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A760AB-B6F5-E244-DDB9-FBEF1D1B9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55" y="2829342"/>
            <a:ext cx="9262890" cy="4050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362C8-2374-3CA8-4D31-30F126A7DE26}"/>
              </a:ext>
            </a:extLst>
          </p:cNvPr>
          <p:cNvSpPr txBox="1"/>
          <p:nvPr/>
        </p:nvSpPr>
        <p:spPr>
          <a:xfrm>
            <a:off x="526832" y="2359354"/>
            <a:ext cx="788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Filtered ECG data Visualization (mid 5 second) &amp; R peaks detection</a:t>
            </a:r>
          </a:p>
        </p:txBody>
      </p:sp>
    </p:spTree>
    <p:extLst>
      <p:ext uri="{BB962C8B-B14F-4D97-AF65-F5344CB8AC3E}">
        <p14:creationId xmlns:p14="http://schemas.microsoft.com/office/powerpoint/2010/main" val="353504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A03B-AB76-C40F-FDFF-BCCFF11A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CDC4D5-5FAB-21DA-E87C-46A50A62606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B66F72-507D-630B-5C32-3D3AAF73905D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ACEE8-2ACD-79EA-A991-7447B22053B5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FFECD-00F3-D2B9-6EFF-E39E50399CCA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04942-DF0A-9D0B-C82F-115D75B1769F}"/>
              </a:ext>
            </a:extLst>
          </p:cNvPr>
          <p:cNvSpPr txBox="1"/>
          <p:nvPr/>
        </p:nvSpPr>
        <p:spPr>
          <a:xfrm>
            <a:off x="526832" y="2359354"/>
            <a:ext cx="788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Filtered ECG data Visualization (mid 5 second) &amp; R peaks detection</a:t>
            </a:r>
          </a:p>
        </p:txBody>
      </p:sp>
      <p:pic>
        <p:nvPicPr>
          <p:cNvPr id="6" name="그림 5" descr="텍스트, 스크린샷, 메뉴이(가) 표시된 사진&#10;&#10;자동 생성된 설명">
            <a:extLst>
              <a:ext uri="{FF2B5EF4-FFF2-40B4-BE49-F238E27FC236}">
                <a16:creationId xmlns:a16="http://schemas.microsoft.com/office/drawing/2014/main" id="{FF6F15E9-844E-D0DE-5A53-EE0E9A1A2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47869"/>
            <a:ext cx="5002787" cy="3793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EB3763-57EC-C7F4-5B06-13C82AE4EC4E}"/>
              </a:ext>
            </a:extLst>
          </p:cNvPr>
          <p:cNvSpPr/>
          <p:nvPr/>
        </p:nvSpPr>
        <p:spPr>
          <a:xfrm>
            <a:off x="381000" y="5445224"/>
            <a:ext cx="2915816" cy="2880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D89169-0D9B-3BA6-2374-306C5EB185A9}"/>
              </a:ext>
            </a:extLst>
          </p:cNvPr>
          <p:cNvSpPr/>
          <p:nvPr/>
        </p:nvSpPr>
        <p:spPr>
          <a:xfrm>
            <a:off x="381000" y="5869403"/>
            <a:ext cx="2915816" cy="2880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7D8F31-51CE-D9DB-9177-56D929E86BF7}"/>
              </a:ext>
            </a:extLst>
          </p:cNvPr>
          <p:cNvSpPr/>
          <p:nvPr/>
        </p:nvSpPr>
        <p:spPr>
          <a:xfrm>
            <a:off x="5817096" y="5254028"/>
            <a:ext cx="3384376" cy="5760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Successful R peaks detection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028F1D-F0BC-24D6-47B4-151AB36ED4AC}"/>
              </a:ext>
            </a:extLst>
          </p:cNvPr>
          <p:cNvSpPr/>
          <p:nvPr/>
        </p:nvSpPr>
        <p:spPr>
          <a:xfrm>
            <a:off x="380999" y="6293582"/>
            <a:ext cx="5002787" cy="171068"/>
          </a:xfrm>
          <a:prstGeom prst="rect">
            <a:avLst/>
          </a:prstGeom>
          <a:solidFill>
            <a:srgbClr val="00539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3A77B6-696E-7B19-B449-AA5FE991D520}"/>
              </a:ext>
            </a:extLst>
          </p:cNvPr>
          <p:cNvSpPr/>
          <p:nvPr/>
        </p:nvSpPr>
        <p:spPr>
          <a:xfrm>
            <a:off x="5817096" y="6073399"/>
            <a:ext cx="3393916" cy="400110"/>
          </a:xfrm>
          <a:prstGeom prst="rect">
            <a:avLst/>
          </a:prstGeom>
          <a:solidFill>
            <a:srgbClr val="00539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Periodic RR intervals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1524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846C-5FA5-77C9-A4B8-61162670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6F8BC-DCD8-7650-821B-98DFDD0236CB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977FF5C-71B2-E215-E3CF-7B6ED201466A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7C1C8-7235-C462-496C-8ED4A0134AC8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F2420-889C-C0C5-F011-461AAE585CFD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30223-2DA7-892B-53D4-68F5A8246266}"/>
              </a:ext>
            </a:extLst>
          </p:cNvPr>
          <p:cNvSpPr txBox="1"/>
          <p:nvPr/>
        </p:nvSpPr>
        <p:spPr>
          <a:xfrm>
            <a:off x="526832" y="2359354"/>
            <a:ext cx="788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HRV analysis</a:t>
            </a:r>
          </a:p>
        </p:txBody>
      </p:sp>
      <p:pic>
        <p:nvPicPr>
          <p:cNvPr id="12" name="그림 11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DCF20AC-7E46-4491-8C82-DB9575C70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69" y="2410070"/>
            <a:ext cx="56292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0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564F-FBF0-2085-5ABF-AD58464D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BB904-515D-0C6E-EF3A-EDCCA371E69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EF1764-F614-E6EC-753F-894ABD66577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pic>
        <p:nvPicPr>
          <p:cNvPr id="7" name="그림 6" descr="텍스트, 스크린샷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E0409-B578-929E-99EA-C3D4CCCF6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532" y="1417180"/>
            <a:ext cx="5446936" cy="541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40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3BD2-741E-78A1-16EB-C36738CA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50E7AED-E99A-3175-EEFE-FBCA9D4B9F78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pic>
        <p:nvPicPr>
          <p:cNvPr id="6" name="그림 5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3526E028-D260-EF24-2543-44F1CD9CE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3295"/>
            <a:ext cx="9906000" cy="4204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079548-EA57-B116-6361-94D8B5C8BE6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NEW ECG dataset: Extracting input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859C0-EDFA-9BE1-CA0A-DC5DEDAA6EEC}"/>
              </a:ext>
            </a:extLst>
          </p:cNvPr>
          <p:cNvSpPr txBox="1"/>
          <p:nvPr/>
        </p:nvSpPr>
        <p:spPr>
          <a:xfrm>
            <a:off x="526832" y="1484784"/>
            <a:ext cx="8890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Change ECG dataset from wearable device dataset to my mentor’s dataset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6A6E5-B544-BC6F-777C-11B085AA424B}"/>
              </a:ext>
            </a:extLst>
          </p:cNvPr>
          <p:cNvSpPr txBox="1"/>
          <p:nvPr/>
        </p:nvSpPr>
        <p:spPr>
          <a:xfrm>
            <a:off x="526832" y="1970838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Reuse previous python code &amp; Some addition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FA00B-1B4F-4005-84C7-6E4977707123}"/>
              </a:ext>
            </a:extLst>
          </p:cNvPr>
          <p:cNvSpPr txBox="1"/>
          <p:nvPr/>
        </p:nvSpPr>
        <p:spPr>
          <a:xfrm>
            <a:off x="526832" y="2359354"/>
            <a:ext cx="788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B050"/>
                </a:solidFill>
                <a:latin typeface="+mj-lt"/>
              </a:rPr>
              <a:t>HRV analysis</a:t>
            </a:r>
          </a:p>
        </p:txBody>
      </p:sp>
    </p:spTree>
    <p:extLst>
      <p:ext uri="{BB962C8B-B14F-4D97-AF65-F5344CB8AC3E}">
        <p14:creationId xmlns:p14="http://schemas.microsoft.com/office/powerpoint/2010/main" val="1986469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45BB-EFC3-1B43-034B-91FD635E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02B96-3C90-7E27-9DD1-51CA5958318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CE5DE37-2D69-377A-1C3A-F01CF382052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28167-8E13-ED18-58DC-C057110A24AB}"/>
              </a:ext>
            </a:extLst>
          </p:cNvPr>
          <p:cNvSpPr txBox="1"/>
          <p:nvPr/>
        </p:nvSpPr>
        <p:spPr>
          <a:xfrm>
            <a:off x="381000" y="1434622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Library &amp; Module</a:t>
            </a:r>
          </a:p>
        </p:txBody>
      </p:sp>
      <p:pic>
        <p:nvPicPr>
          <p:cNvPr id="5" name="그림 4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A7F31350-46AF-8A9D-74C0-31C42DCAE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" y="1879894"/>
            <a:ext cx="95726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73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58F6-170A-A49F-B052-17AC8F05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C9822-0ACE-4BF9-3E65-26D08EA2A87F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0A005FD-87BA-D92B-1543-53DBFBEB4DC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60CFE-17F2-73D0-00AF-3784C843BAA9}"/>
              </a:ext>
            </a:extLst>
          </p:cNvPr>
          <p:cNvSpPr txBox="1"/>
          <p:nvPr/>
        </p:nvSpPr>
        <p:spPr>
          <a:xfrm>
            <a:off x="381000" y="1434622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1. Loading &amp; Merge data</a:t>
            </a:r>
          </a:p>
        </p:txBody>
      </p:sp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129FE393-4ACD-C26F-B610-40FF13F33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" y="1911716"/>
            <a:ext cx="82200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984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0223-05EF-8903-AB7A-E889DBB6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E5E1BC-FFAC-4F24-CDD5-611A58C630B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5292E1D-658E-B0DF-FC5A-D7F7AB2A77EE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BF14F-EA30-61BF-BD15-385751FDE7D1}"/>
              </a:ext>
            </a:extLst>
          </p:cNvPr>
          <p:cNvSpPr txBox="1"/>
          <p:nvPr/>
        </p:nvSpPr>
        <p:spPr>
          <a:xfrm>
            <a:off x="381000" y="1434622"/>
            <a:ext cx="3989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2. Stratified K-Fold (Cross-Validation)</a:t>
            </a:r>
          </a:p>
        </p:txBody>
      </p:sp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278DD2BC-B0D1-8408-EBB4-40E9665F1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" y="1908381"/>
            <a:ext cx="95916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49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D35B-BC1A-DF5E-7A39-AF53389C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11FAEE-D378-941A-8A06-E2A051DBBC1E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CBBE02A-D29C-98C3-8307-7C1BBE07F851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43083-AC59-6E17-8CFB-1F9AE7D5F93C}"/>
              </a:ext>
            </a:extLst>
          </p:cNvPr>
          <p:cNvSpPr txBox="1"/>
          <p:nvPr/>
        </p:nvSpPr>
        <p:spPr>
          <a:xfrm>
            <a:off x="381000" y="1434622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3. Logistic Regression (1)</a:t>
            </a:r>
          </a:p>
        </p:txBody>
      </p:sp>
      <p:pic>
        <p:nvPicPr>
          <p:cNvPr id="5" name="그림 4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EFA59AFC-2A19-927E-2CFF-F86B6F9A0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87" y="1803954"/>
            <a:ext cx="77438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399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CF48-1308-1964-BEA8-D14CCAFA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884FF-8894-F9DB-5910-3ECC2150A81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A183AE-388C-849A-8006-D31E9A54DE50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2FAA6-0D97-96AD-F34A-944536B0FB68}"/>
              </a:ext>
            </a:extLst>
          </p:cNvPr>
          <p:cNvSpPr txBox="1"/>
          <p:nvPr/>
        </p:nvSpPr>
        <p:spPr>
          <a:xfrm>
            <a:off x="381000" y="143462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4. SVM (2)</a:t>
            </a:r>
          </a:p>
        </p:txBody>
      </p:sp>
      <p:pic>
        <p:nvPicPr>
          <p:cNvPr id="5" name="그림 4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1EA6BA9B-361F-450D-3844-A69AD6382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12" y="1988840"/>
            <a:ext cx="59721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15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973F-A238-A88D-0F42-C908B1CA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46CC2-8585-27CC-10AC-8DEECA0A6578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16A79B-CB98-4A83-E4FB-5ECC262AA63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68F36-A3C3-3B59-0577-8C925688152E}"/>
              </a:ext>
            </a:extLst>
          </p:cNvPr>
          <p:cNvSpPr txBox="1"/>
          <p:nvPr/>
        </p:nvSpPr>
        <p:spPr>
          <a:xfrm>
            <a:off x="381000" y="1434622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5. Random Forest (3)</a:t>
            </a:r>
          </a:p>
        </p:txBody>
      </p:sp>
      <p:pic>
        <p:nvPicPr>
          <p:cNvPr id="5" name="그림 4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F4E53A40-1918-BEDA-86CF-8DC2E0F50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060848"/>
            <a:ext cx="5638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20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3478-80A8-6080-E753-1C73FDEB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37C02-ACBD-1F54-18AE-67031A26370C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1825BEC-1F55-32BF-B20C-FC914F95EB3E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AD0FD9-A78F-B980-8C62-8AAA954D0010}"/>
              </a:ext>
            </a:extLst>
          </p:cNvPr>
          <p:cNvSpPr txBox="1"/>
          <p:nvPr/>
        </p:nvSpPr>
        <p:spPr>
          <a:xfrm>
            <a:off x="381000" y="1434622"/>
            <a:ext cx="315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6. Gradient Tree Boosting (4)</a:t>
            </a:r>
          </a:p>
        </p:txBody>
      </p:sp>
      <p:pic>
        <p:nvPicPr>
          <p:cNvPr id="6" name="그림 5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7229A6F8-9405-15BE-28AC-68AE9F5E2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62" y="1914612"/>
            <a:ext cx="57054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35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168B-0F38-173A-706C-1C497BDB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6E583D-2312-204A-F6DA-B071AB5F2F9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28A8871-E608-F8CA-A910-566809AE9DB7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40F17-FD15-04C4-C0D7-1CBAF6D3F42F}"/>
              </a:ext>
            </a:extLst>
          </p:cNvPr>
          <p:cNvSpPr txBox="1"/>
          <p:nvPr/>
        </p:nvSpPr>
        <p:spPr>
          <a:xfrm>
            <a:off x="381000" y="1434622"/>
            <a:ext cx="174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7. </a:t>
            </a: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Adaboost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(5)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6" name="그림 5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D60ACD2E-8294-E49B-8F74-AAC865952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687" y="1908381"/>
            <a:ext cx="57626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25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08B5-2B6B-E29C-1FC6-DC97914C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C6D240-BC5F-0926-A024-4F5E7A0F2D9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86D3D1B-1934-0D44-2A2A-B453FB60416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4BE0B-4DBE-D934-E72A-DFDACC5CA451}"/>
              </a:ext>
            </a:extLst>
          </p:cNvPr>
          <p:cNvSpPr txBox="1"/>
          <p:nvPr/>
        </p:nvSpPr>
        <p:spPr>
          <a:xfrm>
            <a:off x="381000" y="1434622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8. Ensemble (6, Final model)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C7C4B4EC-3737-1275-23E4-900F77FF8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24" y="1730449"/>
            <a:ext cx="6548669" cy="51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98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7E5E4-77D1-DB78-E3B0-D9CFC4D4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978AF8-DFC1-FF88-361F-62FBF08D223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DB0490-C6EB-73E5-33CB-5CEC588428B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CAD60-5AC6-5543-B009-9C02776F3EBE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 descr="텍스트, 스크린샷, 소프트웨어, 운영 체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07A5CF0-B61F-9E74-5A18-3C5A1BBE1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1"/>
          <a:stretch/>
        </p:blipFill>
        <p:spPr>
          <a:xfrm>
            <a:off x="447848" y="2636912"/>
            <a:ext cx="9010304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47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FAEA-B86E-AFAB-EAFA-450B10AD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6E39C-3F3A-DCA7-BFD3-2754B95B945E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B2E758-1EC3-29D7-9439-098C5BEFF8B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0744F-C752-26ED-F7D1-400ECD412DFE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 descr="텍스트, 스크린샷, 소프트웨어, 운영 체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FB1997-7A96-2E47-4185-CC9883183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89"/>
          <a:stretch/>
        </p:blipFill>
        <p:spPr>
          <a:xfrm>
            <a:off x="785632" y="1803954"/>
            <a:ext cx="8334735" cy="470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96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F67F3-37BA-32BF-A3FF-210412E2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8E13F-26A3-4A94-D416-45C0685B60FE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2E5351-E4A4-78AF-DB6A-C7E4C7EDECD7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9B22C-A7CE-9D1F-62B5-E96F532C47A4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1BD8617-0798-CA0C-0838-8B34D021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47"/>
          <a:stretch/>
        </p:blipFill>
        <p:spPr>
          <a:xfrm>
            <a:off x="327047" y="2540647"/>
            <a:ext cx="9251906" cy="305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4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993E-1B83-3596-48FA-EBEF7EF6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4AD13-75E3-2D64-6FF3-AC9E4F89D0F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9DB67CF-2C6A-08F8-33CC-B3BD6B478C3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0B878-3625-B7E2-786D-A210DDA8F15A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4" name="그림 3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19ADE91-A690-564B-AFFA-EB5D3D73F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37"/>
          <a:stretch/>
        </p:blipFill>
        <p:spPr>
          <a:xfrm>
            <a:off x="381000" y="2060848"/>
            <a:ext cx="9144000" cy="40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5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A1A2-264F-C91E-C013-C4442B58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FECC7-8331-B016-56F0-46C06DD5660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1BF9720-1224-5D69-D6BA-A3F22477B50E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D51E3-2923-DE7E-FF05-9297CB6058B0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7" name="그림 6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B992221-80B2-9507-2336-68FF65566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37" y="1803954"/>
            <a:ext cx="6519926" cy="469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49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173D-1454-342E-64AC-7B64F8706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E6444-40E0-19F3-EE70-64BDE44066A1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9BC90A-EF50-4690-5BEB-499E9625DA3A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378CD-C892-2FBB-44D1-D0BCD8D06EE2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5895BCEE-BE54-481E-2CD8-243E0FD79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3026"/>
            <a:ext cx="7123253" cy="4444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D0DE2C-6A7E-B63B-EC1E-6A262EC221F3}"/>
              </a:ext>
            </a:extLst>
          </p:cNvPr>
          <p:cNvSpPr txBox="1"/>
          <p:nvPr/>
        </p:nvSpPr>
        <p:spPr>
          <a:xfrm>
            <a:off x="7689304" y="2636912"/>
            <a:ext cx="2088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Train Accuracy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100%</a:t>
            </a:r>
          </a:p>
          <a:p>
            <a:pPr marL="285750" indent="-285750">
              <a:buFontTx/>
              <a:buChar char="-"/>
            </a:pPr>
            <a:r>
              <a:rPr lang="en-US" altLang="ko-KR" b="0" i="0" dirty="0">
                <a:solidFill>
                  <a:schemeClr val="tx2"/>
                </a:solidFill>
                <a:effectLst/>
                <a:latin typeface="+mj-lt"/>
              </a:rPr>
              <a:t>Overfitting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Insufficient data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719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4A07-5DAB-891D-C964-5E4E6E21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C4720-6791-873E-602E-A2352CEE71F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Machine Learning Algorithm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1900402-2C93-7A74-1551-6E5DB376C793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4</a:t>
            </a:r>
            <a:r>
              <a:rPr lang="en-US" altLang="ko-KR" sz="2400" b="1" baseline="30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EDEC3-BDEE-496B-29DE-5C52EFE02BFC}"/>
              </a:ext>
            </a:extLst>
          </p:cNvPr>
          <p:cNvSpPr txBox="1"/>
          <p:nvPr/>
        </p:nvSpPr>
        <p:spPr>
          <a:xfrm>
            <a:off x="381000" y="1434622"/>
            <a:ext cx="651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lt"/>
              </a:rPr>
              <a:t>9. Evaluation: Train Accuracy, Validation Accuracy, AUC Score</a:t>
            </a:r>
            <a:endParaRPr lang="en-US" altLang="ko-KR" b="0" i="0" dirty="0">
              <a:solidFill>
                <a:schemeClr val="tx2"/>
              </a:solidFill>
              <a:effectLst/>
              <a:latin typeface="+mj-lt"/>
            </a:endParaRPr>
          </a:p>
        </p:txBody>
      </p:sp>
      <p:pic>
        <p:nvPicPr>
          <p:cNvPr id="5" name="그림 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112F7096-206D-1850-F1A6-62B856DEE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817" y="1908381"/>
            <a:ext cx="4900366" cy="459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774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10693-251A-5AB2-615F-9A8BCB7E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EC852-771A-9360-9F6C-D3664DA1ED3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1FCA78F-F49A-6E05-54AF-53AF68C10A2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58369-152A-19A6-1220-931C2265CE19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F3BC0-676B-68CC-F983-774F5A1E2E5C}"/>
              </a:ext>
            </a:extLst>
          </p:cNvPr>
          <p:cNvSpPr txBox="1"/>
          <p:nvPr/>
        </p:nvSpPr>
        <p:spPr>
          <a:xfrm>
            <a:off x="526832" y="2302133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csv dataset file loading</a:t>
            </a:r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FCB5D9-D3CB-2ED7-AB14-C709C5D5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2936"/>
            <a:ext cx="9906000" cy="28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92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93140-A7E2-91B5-8FB3-1DD8B984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D84931-5636-F114-51BA-3FD663C8773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01FDA13-70FA-753D-A8A7-FF2A51BF00E1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6FDC4-EFE4-1EA9-6796-DA9C7285E2C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005CC1-D754-F3EC-FB27-99273B3E2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000" y="1940049"/>
            <a:ext cx="4686300" cy="4905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5FE95E-5A94-7197-9CD6-602F82610148}"/>
              </a:ext>
            </a:extLst>
          </p:cNvPr>
          <p:cNvSpPr txBox="1"/>
          <p:nvPr/>
        </p:nvSpPr>
        <p:spPr>
          <a:xfrm>
            <a:off x="526832" y="2302133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csv dataset file graph</a:t>
            </a:r>
          </a:p>
        </p:txBody>
      </p:sp>
    </p:spTree>
    <p:extLst>
      <p:ext uri="{BB962C8B-B14F-4D97-AF65-F5344CB8AC3E}">
        <p14:creationId xmlns:p14="http://schemas.microsoft.com/office/powerpoint/2010/main" val="35163660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14D3-7653-DF3D-D68E-24BE470B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0D57CD-98EC-FDB7-31C2-38FD8DEE58B4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B3870E6-5792-91AF-5300-689873C2169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1FE35-940E-57C2-C316-556E76909EA2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그래프, 스크린샷, 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593D5A6-9509-00BE-1F10-6FE6815EB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2" y="2193303"/>
            <a:ext cx="7819298" cy="46646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3F4712-A662-4419-E017-330702648267}"/>
              </a:ext>
            </a:extLst>
          </p:cNvPr>
          <p:cNvSpPr txBox="1"/>
          <p:nvPr/>
        </p:nvSpPr>
        <p:spPr>
          <a:xfrm>
            <a:off x="6897216" y="2025388"/>
            <a:ext cx="300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전체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Raw dataset graph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BA4A03-6901-1708-ED98-01916D7176BA}"/>
              </a:ext>
            </a:extLst>
          </p:cNvPr>
          <p:cNvSpPr/>
          <p:nvPr/>
        </p:nvSpPr>
        <p:spPr>
          <a:xfrm>
            <a:off x="776536" y="2514911"/>
            <a:ext cx="6840760" cy="91408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654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9793D-F9DC-4421-7ECD-2302BCCD1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23486D-2689-18B0-CDE7-DF67EECEEE68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701F6B9-04F5-B108-C1FB-E17461D2C2D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887A1-784D-D8D7-C137-4871ED715A4B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2A02E-C28C-1C6C-8C99-A4414F2CB3CB}"/>
              </a:ext>
            </a:extLst>
          </p:cNvPr>
          <p:cNvSpPr txBox="1"/>
          <p:nvPr/>
        </p:nvSpPr>
        <p:spPr>
          <a:xfrm>
            <a:off x="6893596" y="2708920"/>
            <a:ext cx="30124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: dataset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의 중앙</a:t>
            </a:r>
            <a:endParaRPr lang="en-US" altLang="ko-KR" sz="14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center_time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에서 </a:t>
            </a: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shift_time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만큼 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shifting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한 시각</a:t>
            </a:r>
            <a:endParaRPr lang="en-US" altLang="ko-KR" sz="14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duration_seconds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: </a:t>
            </a: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center_time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을 중심으로 </a:t>
            </a:r>
            <a:r>
              <a:rPr lang="en-US" altLang="ko-KR" sz="1400" dirty="0" err="1">
                <a:solidFill>
                  <a:schemeClr val="tx2"/>
                </a:solidFill>
                <a:latin typeface="+mj-lt"/>
              </a:rPr>
              <a:t>duration_seconds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만큼 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dataset </a:t>
            </a:r>
            <a:r>
              <a:rPr lang="ko-KR" altLang="en-US" sz="1400" dirty="0">
                <a:solidFill>
                  <a:schemeClr val="tx2"/>
                </a:solidFill>
                <a:latin typeface="+mj-lt"/>
              </a:rPr>
              <a:t>사용</a:t>
            </a:r>
            <a:r>
              <a:rPr lang="en-US" altLang="ko-KR" sz="1400" dirty="0">
                <a:solidFill>
                  <a:schemeClr val="tx2"/>
                </a:solidFill>
                <a:latin typeface="+mj-lt"/>
              </a:rPr>
              <a:t>.</a:t>
            </a:r>
          </a:p>
        </p:txBody>
      </p:sp>
      <p:pic>
        <p:nvPicPr>
          <p:cNvPr id="11" name="그림 10" descr="텍스트, 스크린샷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42C3AF3-855F-8892-0554-5F9818DAC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58" y="2160300"/>
            <a:ext cx="6331885" cy="47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8096-85B8-3FDB-2FA4-03691FBF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F13E6-1A6A-130F-3FB2-07F6AEC718B7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3B0BFFC-B43D-70B9-256C-E68543D1DB15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DBF55-6ABC-C264-0E2B-06076033F3A7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665CF4-9BB6-6317-1563-09AD824DA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3987"/>
            <a:ext cx="7332542" cy="4665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513ED3-3680-FDDD-9925-FC993F58D74C}"/>
              </a:ext>
            </a:extLst>
          </p:cNvPr>
          <p:cNvSpPr txBox="1"/>
          <p:nvPr/>
        </p:nvSpPr>
        <p:spPr>
          <a:xfrm>
            <a:off x="7332542" y="2708920"/>
            <a:ext cx="257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Raw ECG data </a:t>
            </a: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visualizaton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23907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4A4E-5485-04AA-2690-F9B71BA8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03966-5CFC-12AE-9D34-7E28E15A488A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6860FD-D9D2-D9DD-EC57-98D7BAA72B7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F1E39-3714-5277-0CBC-2975BDC3D4C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친필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3B79E11-CC01-7334-2C64-E283C19CF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7438"/>
            <a:ext cx="7762077" cy="4630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A23B-7E92-56A0-3DA0-929E0B7DA77A}"/>
              </a:ext>
            </a:extLst>
          </p:cNvPr>
          <p:cNvSpPr txBox="1"/>
          <p:nvPr/>
        </p:nvSpPr>
        <p:spPr>
          <a:xfrm>
            <a:off x="7545288" y="2025388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24876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A76E-6E7F-A4C3-22F8-45B4677C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65A54-5FFF-7BF8-4D0A-4E273309E49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A1E3BDB-1796-EC04-B92F-1F7FDA164545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6FF3B-2978-8556-3B24-81E8437945BA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그래프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DD0726-160F-E45C-0593-A32A61FE9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7259"/>
            <a:ext cx="7561225" cy="4510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5753A6-1B2E-64F7-74B3-8780B927E9A6}"/>
              </a:ext>
            </a:extLst>
          </p:cNvPr>
          <p:cNvSpPr txBox="1"/>
          <p:nvPr/>
        </p:nvSpPr>
        <p:spPr>
          <a:xfrm>
            <a:off x="7401272" y="2025388"/>
            <a:ext cx="250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30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81378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FA6-3885-C402-D6FA-BA5A38EF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3AB3E-9CDB-2776-B611-48988F694BF7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746FAEB-1D22-AA83-FCF1-AF4411B48534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35DD9-9A5F-3B21-2203-FEFB3A55A4F7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친필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D3003D-5D63-64B1-8832-2054B8AF6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3987"/>
            <a:ext cx="7851676" cy="4684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6BBD75-F7B6-37D2-099B-75D10A692693}"/>
              </a:ext>
            </a:extLst>
          </p:cNvPr>
          <p:cNvSpPr txBox="1"/>
          <p:nvPr/>
        </p:nvSpPr>
        <p:spPr>
          <a:xfrm>
            <a:off x="6681192" y="1872015"/>
            <a:ext cx="322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-1500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28535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6A7C2-FAA3-E662-EEE7-CEDDAD68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A2134-BD05-9982-4978-D786B50F5B56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048B22-5C48-45C5-8385-007A8DAAC25D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D7A96-1B20-D464-1115-468D6860A538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라인, 그래프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62AB75-DD55-07C2-5D5A-315D434D2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702"/>
            <a:ext cx="7920880" cy="4725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A62AA9-FB8C-0CB8-FAB6-5620B7DF318E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+1500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20808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3255-A063-2846-9B96-6EF716A5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81D3E4-A103-FDE6-C1BF-413C899ECAF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9A78471-AC7F-A938-1F72-B3492A8DAE5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33357-1A1E-4E0F-D655-78DACC46BC84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662AD3B-808F-9EE9-294C-53FB3BA8E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3987"/>
            <a:ext cx="7851676" cy="4684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5C832-0062-5648-C44C-69FD43DE5448}"/>
              </a:ext>
            </a:extLst>
          </p:cNvPr>
          <p:cNvSpPr txBox="1"/>
          <p:nvPr/>
        </p:nvSpPr>
        <p:spPr>
          <a:xfrm>
            <a:off x="6681192" y="1872015"/>
            <a:ext cx="322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-3000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68425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CE31-6B72-674F-DDA8-1954A6CF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30022-3031-AD3B-E5CC-ED5579BFA70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C593C0-DE7C-B802-2EB5-3B9EB6F804AD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F4742-4CD4-142D-D33C-ED13A681F44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6" name="그림 5" descr="텍스트, 라인, 그래프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3D9944-DC69-F97B-E57C-F3DEE39F2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2670"/>
            <a:ext cx="7856825" cy="4687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FCA60E-4B43-D873-8B3F-CEAD62A7CC2F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+3000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30424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21649-0575-E117-FE86-F12E2EDE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4AFE-39C8-896F-CCA8-0780E26020D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Wearable device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D5EE29E-0C5E-146B-0CDA-30682E4BD1A1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94443-2D6C-E304-B10A-F27AE3113F22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5. </a:t>
            </a:r>
            <a:r>
              <a:rPr lang="da-DK" altLang="ko-KR" sz="2000" b="0" dirty="0">
                <a:solidFill>
                  <a:srgbClr val="C00000"/>
                </a:solidFill>
                <a:effectLst/>
                <a:latin typeface="+mj-lt"/>
              </a:rPr>
              <a:t>D1NAMO ECG Glucose Data, MIT BIH Type 1 Diabetes monitoring using ECG</a:t>
            </a:r>
            <a:endParaRPr lang="en-US" altLang="ko-KR" sz="2000" i="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50958-7A5A-D98F-83BC-DA5E4A088D79}"/>
              </a:ext>
            </a:extLst>
          </p:cNvPr>
          <p:cNvSpPr txBox="1"/>
          <p:nvPr/>
        </p:nvSpPr>
        <p:spPr>
          <a:xfrm>
            <a:off x="526832" y="2236111"/>
            <a:ext cx="8530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Raw ECG dataset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전체를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visualization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했을 때에는 </a:t>
            </a:r>
            <a:r>
              <a:rPr lang="ko-KR" altLang="en-US" dirty="0">
                <a:latin typeface="+mj-lt"/>
              </a:rPr>
              <a:t>전반적으로 </a:t>
            </a:r>
            <a:r>
              <a:rPr lang="en-US" altLang="ko-KR" dirty="0">
                <a:latin typeface="+mj-lt"/>
              </a:rPr>
              <a:t>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가 심하다고 판단되어 사용하지 않았는데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(below image)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사수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(</a:t>
            </a:r>
            <a:r>
              <a:rPr lang="ko-KR" altLang="en-US" dirty="0" err="1">
                <a:solidFill>
                  <a:schemeClr val="tx2"/>
                </a:solidFill>
                <a:latin typeface="+mj-lt"/>
              </a:rPr>
              <a:t>정한빈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박사과정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)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선배님 방식대로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Raw data graph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를 가시화해서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가 적은 부분만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crop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한 후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 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가 적은 부분들만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collect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해서 사용할 수 있을 것 같습니다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다만 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Raw ECG</a:t>
            </a: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가 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0~4094 </a:t>
            </a: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범위이기 때문에 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2050~2100 </a:t>
            </a: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사이 값을 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R peaks</a:t>
            </a: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으로 인정할 수 있는지는 확인이 필요할 것 같습니다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.</a:t>
            </a:r>
          </a:p>
        </p:txBody>
      </p:sp>
      <p:pic>
        <p:nvPicPr>
          <p:cNvPr id="8" name="그림 7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C6CAC28-2402-96CA-8C13-B907E145D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79" r="31411"/>
          <a:stretch/>
        </p:blipFill>
        <p:spPr>
          <a:xfrm>
            <a:off x="0" y="4959653"/>
            <a:ext cx="7128568" cy="192132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8140B7E-97EF-5976-4CEE-C880C781664D}"/>
              </a:ext>
            </a:extLst>
          </p:cNvPr>
          <p:cNvSpPr/>
          <p:nvPr/>
        </p:nvSpPr>
        <p:spPr>
          <a:xfrm>
            <a:off x="179908" y="5443534"/>
            <a:ext cx="4104456" cy="39376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030079-D757-B0F9-3034-6535C81304CA}"/>
              </a:ext>
            </a:extLst>
          </p:cNvPr>
          <p:cNvSpPr/>
          <p:nvPr/>
        </p:nvSpPr>
        <p:spPr>
          <a:xfrm>
            <a:off x="179908" y="6039380"/>
            <a:ext cx="3096344" cy="3779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E08459-CEA9-89FD-28B9-891D4B660A1A}"/>
              </a:ext>
            </a:extLst>
          </p:cNvPr>
          <p:cNvSpPr/>
          <p:nvPr/>
        </p:nvSpPr>
        <p:spPr>
          <a:xfrm>
            <a:off x="1692076" y="5057796"/>
            <a:ext cx="2880320" cy="19948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575763-E915-324F-616F-F7969321C84B}"/>
              </a:ext>
            </a:extLst>
          </p:cNvPr>
          <p:cNvSpPr/>
          <p:nvPr/>
        </p:nvSpPr>
        <p:spPr>
          <a:xfrm>
            <a:off x="6105128" y="2260317"/>
            <a:ext cx="1728192" cy="33583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F816F-4443-1AEB-C89C-33BE813BF90B}"/>
              </a:ext>
            </a:extLst>
          </p:cNvPr>
          <p:cNvSpPr txBox="1"/>
          <p:nvPr/>
        </p:nvSpPr>
        <p:spPr>
          <a:xfrm>
            <a:off x="2111008" y="4310877"/>
            <a:ext cx="7522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lt"/>
              </a:rPr>
              <a:t>Raw data</a:t>
            </a:r>
            <a:r>
              <a:rPr lang="ko-KR" altLang="en-US" sz="1600" dirty="0">
                <a:latin typeface="+mj-lt"/>
              </a:rPr>
              <a:t>에서 </a:t>
            </a:r>
            <a:r>
              <a:rPr lang="en-US" altLang="ko-KR" sz="1600" dirty="0">
                <a:latin typeface="+mj-lt"/>
              </a:rPr>
              <a:t>RR interval</a:t>
            </a:r>
            <a:r>
              <a:rPr lang="ko-KR" altLang="en-US" sz="1600" dirty="0">
                <a:latin typeface="+mj-lt"/>
              </a:rPr>
              <a:t>의 예상치와 개수가 </a:t>
            </a:r>
            <a:r>
              <a:rPr lang="en-US" altLang="ko-KR" sz="1600" dirty="0">
                <a:latin typeface="+mj-lt"/>
              </a:rPr>
              <a:t>algorithm </a:t>
            </a:r>
            <a:r>
              <a:rPr lang="ko-KR" altLang="en-US" sz="1600" dirty="0">
                <a:latin typeface="+mj-lt"/>
              </a:rPr>
              <a:t>결과와 </a:t>
            </a:r>
            <a:r>
              <a:rPr lang="en-US" altLang="ko-KR" sz="1600" dirty="0">
                <a:latin typeface="+mj-lt"/>
              </a:rPr>
              <a:t>1:10 </a:t>
            </a:r>
            <a:r>
              <a:rPr lang="ko-KR" altLang="en-US" sz="1600" dirty="0">
                <a:latin typeface="+mj-lt"/>
              </a:rPr>
              <a:t>정도</a:t>
            </a:r>
            <a:endParaRPr lang="en-US" altLang="ko-KR" sz="1600" dirty="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lt"/>
              </a:rPr>
              <a:t>Algorithm </a:t>
            </a:r>
            <a:r>
              <a:rPr lang="ko-KR" altLang="en-US" sz="1600" dirty="0">
                <a:latin typeface="+mj-lt"/>
              </a:rPr>
              <a:t>결과에서 </a:t>
            </a:r>
            <a:r>
              <a:rPr lang="en-US" altLang="ko-KR" sz="1600" dirty="0">
                <a:latin typeface="+mj-lt"/>
              </a:rPr>
              <a:t>RR interval</a:t>
            </a:r>
            <a:r>
              <a:rPr lang="ko-KR" altLang="en-US" sz="1600" dirty="0">
                <a:latin typeface="+mj-lt"/>
              </a:rPr>
              <a:t>의 값이 일정하지 않음</a:t>
            </a:r>
            <a:endParaRPr lang="en-US" altLang="ko-KR" sz="1600" dirty="0">
              <a:latin typeface="+mj-lt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D1B40A-D814-17AE-9612-A29965A8981C}"/>
              </a:ext>
            </a:extLst>
          </p:cNvPr>
          <p:cNvSpPr/>
          <p:nvPr/>
        </p:nvSpPr>
        <p:spPr>
          <a:xfrm>
            <a:off x="179908" y="6541121"/>
            <a:ext cx="6876876" cy="26496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EFC879-7E16-F493-7603-341A3AB94970}"/>
              </a:ext>
            </a:extLst>
          </p:cNvPr>
          <p:cNvSpPr/>
          <p:nvPr/>
        </p:nvSpPr>
        <p:spPr>
          <a:xfrm>
            <a:off x="2111008" y="4316965"/>
            <a:ext cx="6946448" cy="55457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E0A416-A8B7-7C7B-48EF-A51E3801CC75}"/>
              </a:ext>
            </a:extLst>
          </p:cNvPr>
          <p:cNvSpPr/>
          <p:nvPr/>
        </p:nvSpPr>
        <p:spPr>
          <a:xfrm>
            <a:off x="855386" y="3659446"/>
            <a:ext cx="7914037" cy="51817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2008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7780-F72D-C19A-D22E-CC43FCD9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4FC6D-ABA9-AADE-0A79-00CE6CEAEA9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CEEA393-F5C3-3FBB-D0B4-46201999B01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5150E-B5A3-059C-880C-378DF945EB7E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8" name="그림 7" descr="텍스트, 소프트웨어, 멀티미디어 소프트웨어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18BC3C-BDAB-DBE0-AA0F-8A5F0E880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920"/>
            <a:ext cx="9906000" cy="2877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2B8831-4662-CDA9-DE0C-BC69D427735B}"/>
              </a:ext>
            </a:extLst>
          </p:cNvPr>
          <p:cNvSpPr txBox="1"/>
          <p:nvPr/>
        </p:nvSpPr>
        <p:spPr>
          <a:xfrm>
            <a:off x="526832" y="2238030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mat dataset file loading</a:t>
            </a:r>
          </a:p>
        </p:txBody>
      </p:sp>
    </p:spTree>
    <p:extLst>
      <p:ext uri="{BB962C8B-B14F-4D97-AF65-F5344CB8AC3E}">
        <p14:creationId xmlns:p14="http://schemas.microsoft.com/office/powerpoint/2010/main" val="15683341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E189-D83B-6090-5BDD-193B7FA0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141264-0328-CED2-8AC9-49AE191C66F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0424507-D633-46E1-AB98-0CB3A25B68D7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A69A5-7952-5815-42EA-56029B1421D0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B63DEC6-2537-08E8-A48E-F129C33C9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112" y="2708920"/>
            <a:ext cx="7201775" cy="3701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6E3EDA-7E41-E39B-EFAF-CDCA900FF2DE}"/>
              </a:ext>
            </a:extLst>
          </p:cNvPr>
          <p:cNvSpPr txBox="1"/>
          <p:nvPr/>
        </p:nvSpPr>
        <p:spPr>
          <a:xfrm>
            <a:off x="526832" y="2238030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mat dataset file loading</a:t>
            </a:r>
          </a:p>
        </p:txBody>
      </p:sp>
    </p:spTree>
    <p:extLst>
      <p:ext uri="{BB962C8B-B14F-4D97-AF65-F5344CB8AC3E}">
        <p14:creationId xmlns:p14="http://schemas.microsoft.com/office/powerpoint/2010/main" val="3179240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B873-76BD-54DE-DA6B-917B0239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922C0-0647-0F26-A279-BB09D896EAB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2A614C-F2F9-0634-AF46-B3047FDEFC8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20933-3F7C-0136-471B-690611C9B0CD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2D31854-A64C-89B2-1EAF-8E26C72FE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57" y="2738471"/>
            <a:ext cx="5795686" cy="30243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0FBDB-0516-FC29-CC7D-AE5CEA78762F}"/>
              </a:ext>
            </a:extLst>
          </p:cNvPr>
          <p:cNvSpPr txBox="1"/>
          <p:nvPr/>
        </p:nvSpPr>
        <p:spPr>
          <a:xfrm>
            <a:off x="526832" y="2238030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mat dataset file graph</a:t>
            </a:r>
          </a:p>
        </p:txBody>
      </p:sp>
    </p:spTree>
    <p:extLst>
      <p:ext uri="{BB962C8B-B14F-4D97-AF65-F5344CB8AC3E}">
        <p14:creationId xmlns:p14="http://schemas.microsoft.com/office/powerpoint/2010/main" val="24939571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DA4A-0ED8-5195-0C3C-98177AD5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D3DA5F-C4F6-D36E-80FF-93FDE3AE756B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32292CB-07AB-E855-7C7A-179A21CD35D0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71513-1B37-D0F4-1B2B-565067988061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9" name="그림 8" descr="그래프, 라인, 텍스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46EC226-2433-753B-8168-5A06217AE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52" y="2308536"/>
            <a:ext cx="8550096" cy="45363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FA7445-C8FC-B86B-809F-6AF5B8AA8762}"/>
              </a:ext>
            </a:extLst>
          </p:cNvPr>
          <p:cNvSpPr txBox="1"/>
          <p:nvPr/>
        </p:nvSpPr>
        <p:spPr>
          <a:xfrm>
            <a:off x="6761584" y="2024415"/>
            <a:ext cx="301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전체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24H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0C448C-794C-35F5-3413-8CBC5C063898}"/>
              </a:ext>
            </a:extLst>
          </p:cNvPr>
          <p:cNvSpPr/>
          <p:nvPr/>
        </p:nvSpPr>
        <p:spPr>
          <a:xfrm>
            <a:off x="1546152" y="3861048"/>
            <a:ext cx="7367288" cy="14401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907CD1-4A0F-16DD-C332-C43D2A84960B}"/>
              </a:ext>
            </a:extLst>
          </p:cNvPr>
          <p:cNvSpPr/>
          <p:nvPr/>
        </p:nvSpPr>
        <p:spPr>
          <a:xfrm>
            <a:off x="1546152" y="4097682"/>
            <a:ext cx="7367288" cy="14401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795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AED9-E26F-1EA2-C689-1A612316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9B12F-034B-E33A-D4D4-D680CC099198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6989B77-2248-3A4E-2BEE-8F2B8A2A7C3B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86FE1-7AAA-3BF5-8E57-20E3D804C7F7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89E711-5F10-1577-6AA8-4EDC78B88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432" y="2173987"/>
            <a:ext cx="5765135" cy="47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871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7A4DD-115D-EAF6-D0A6-BBFC917C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7B58D-E2E8-2123-C160-6A901528F99B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3C028D4-A671-1DA2-8D70-61B4702454C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BD318-CB2B-EB4F-3943-EED6FDC2BF34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8959924-8EF2-4F98-38FC-276F2C99D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632" y="2172567"/>
            <a:ext cx="7532735" cy="468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070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ABEA-9C3D-31B2-E50E-510D10A8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CE976E-8628-ED2D-1E21-46F8397836F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A6019E3-F59F-9A36-F14D-D7F403029C06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E50B5-D16F-81CD-8674-C5A55434743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53650A-3F14-9E3E-9649-AE30AEDB0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3906"/>
            <a:ext cx="7748087" cy="4617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8206C5-5039-45D5-C554-B06ACE2177DE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3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27357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ACBF9-10F1-D1FE-F549-03D60CCA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BAC79-A1C3-4DDA-80BA-9E7F7118B292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04438D-4DDE-78A9-DE5E-2012203D5438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5A0D-6832-F871-315F-FAADE5F1086C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라인, 도표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8BB9131-5035-C753-7D9A-BB32F7706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7240"/>
            <a:ext cx="7888143" cy="47057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07A127-769B-E522-DC1C-B2755CE4AB33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394796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36AB-AC53-3DC8-7A7E-DC9C48A9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17E77-4DC0-86A5-06BA-0D90BDD5D46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8979A68-12CE-A4E1-0BA6-06271241D947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62F25-BB39-0F8F-B022-3F980E035D25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그래프, 라인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952F014-2CD2-295A-BCFE-464D1EEC9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" y="2298751"/>
            <a:ext cx="7642537" cy="4559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2CFC4-6F7E-B183-8235-1CAD22B4F359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30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5083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8ABC-44C7-DCA0-B83F-D2E2F9D4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BB57F-A30B-45B4-6DFF-D310336E75E0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DDAB3C1-9761-E241-FBC0-BEA4037A81D2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36B0E-2C7F-53BA-C1B3-AB938B49AE85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04F7278-E62F-1AC5-39AF-2A4E8AE1D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2670"/>
            <a:ext cx="7820358" cy="4665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330EDB-3613-C37D-007B-A78FE58C217C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-1500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3707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F8BBA-3DAD-9CFD-79DF-81EC2756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189CB-F5C5-57BD-342C-A90D14B95DAE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233B21-5388-3ED9-AB4A-703F922A73F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95A4D-30F9-FB4A-44E0-FBA809450A9A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CBE29A-D95F-E0E2-62B0-8577D9D54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2670"/>
            <a:ext cx="7820358" cy="4665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6DAA39-4771-4B96-2F7E-99AB4895B0FD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+1500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29313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BF867-365F-D2E3-DD70-31757ED3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828FA2-D582-3634-0FD7-E4C18C9782F5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E753625-FCC3-36D5-0C54-10B69EE23C29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6BF01-2201-44C9-E4CC-29B0CFEC58D3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0E45ED-A1CA-83FA-8B15-E6797D6B0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" y="2362723"/>
            <a:ext cx="7535303" cy="4495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6C4559-1A7D-9C32-34CD-B264EC444EED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-3000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178536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3CE45-BDBD-6CAB-A389-FDF40858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091D2-D65F-8201-678A-B7AC0E362CE9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2D9F903-B30D-A22C-3AF4-5F74420ACEEF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2E9A7-2F48-CC6F-52CA-ED9EFB01BA30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pic>
        <p:nvPicPr>
          <p:cNvPr id="6" name="그림 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B44AB72-5C82-7BDA-FFA0-F6A171C7D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2670"/>
            <a:ext cx="7820358" cy="4665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E486E9-AA02-08EE-74BC-C8E1DE829199}"/>
              </a:ext>
            </a:extLst>
          </p:cNvPr>
          <p:cNvSpPr txBox="1"/>
          <p:nvPr/>
        </p:nvSpPr>
        <p:spPr>
          <a:xfrm>
            <a:off x="6609184" y="1872015"/>
            <a:ext cx="32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2"/>
                </a:solidFill>
                <a:latin typeface="+mj-lt"/>
              </a:rPr>
              <a:t>Mid_time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+3000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기준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5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초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40249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7E65-AE8D-2077-10EB-BC09B081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C36353-D834-79DD-414E-65E363236FDD}"/>
              </a:ext>
            </a:extLst>
          </p:cNvPr>
          <p:cNvSpPr txBox="1">
            <a:spLocks/>
          </p:cNvSpPr>
          <p:nvPr/>
        </p:nvSpPr>
        <p:spPr>
          <a:xfrm>
            <a:off x="381000" y="-1926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Raw ECG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50A80-B0BA-8A3E-A24F-9074E3CC67D1}"/>
              </a:ext>
            </a:extLst>
          </p:cNvPr>
          <p:cNvSpPr txBox="1"/>
          <p:nvPr/>
        </p:nvSpPr>
        <p:spPr>
          <a:xfrm>
            <a:off x="526832" y="2663798"/>
            <a:ext cx="8530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사수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(</a:t>
            </a:r>
            <a:r>
              <a:rPr lang="ko-KR" altLang="en-US" dirty="0" err="1">
                <a:solidFill>
                  <a:schemeClr val="tx2"/>
                </a:solidFill>
                <a:latin typeface="+mj-lt"/>
              </a:rPr>
              <a:t>정한빈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박사과정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)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선배님과 상의 후 남성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diabetes patients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중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Type 2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환자들의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Raw ECG dataset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이기 때문에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(gender, type)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이 모두 특정되었으므로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그렇지 않은 다른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dataset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과 병합할 수 없을 것이라 생각했습니다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다만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Diabetes Diagnosis model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에서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data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의 개수 자체가 현저히 부족한 상황이므로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필요하다면 합쳐서 사용하는 것이 더 괜찮을 것 같습니다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2"/>
                </a:solidFill>
                <a:latin typeface="+mj-lt"/>
              </a:rPr>
              <a:t>24H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전체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dataset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을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visualization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했을 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30,000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을 넘어가는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ECG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값은 모두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인 것 같아 삭제해서 사용하면 될 것 같습니다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다만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ECG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값에서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12,000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부근이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의 값인지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아니면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25,000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부근이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 peaks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의 값인지는 </a:t>
            </a:r>
            <a:r>
              <a:rPr lang="ko-KR" altLang="en-US" sz="1800" dirty="0">
                <a:solidFill>
                  <a:schemeClr val="tx2"/>
                </a:solidFill>
                <a:latin typeface="+mj-lt"/>
              </a:rPr>
              <a:t>확인이 필요할 것 같습니다</a:t>
            </a:r>
            <a:r>
              <a:rPr lang="en-US" altLang="ko-KR" sz="1800" dirty="0">
                <a:solidFill>
                  <a:schemeClr val="tx2"/>
                </a:solidFill>
                <a:latin typeface="+mj-lt"/>
              </a:rPr>
              <a:t>.</a:t>
            </a:r>
            <a:endParaRPr lang="en-US" altLang="ko-KR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2"/>
                </a:solidFill>
                <a:latin typeface="+mj-lt"/>
              </a:rPr>
              <a:t>이후에는 사수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(</a:t>
            </a:r>
            <a:r>
              <a:rPr lang="ko-KR" altLang="en-US" dirty="0" err="1">
                <a:solidFill>
                  <a:schemeClr val="tx2"/>
                </a:solidFill>
                <a:latin typeface="+mj-lt"/>
              </a:rPr>
              <a:t>정한빈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 박사과정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) 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선배님 방식대로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Raw data graph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를 가시화해서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가 적은 부분만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crop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한 후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, noise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가 적은 부분들만 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collect</a:t>
            </a:r>
            <a:r>
              <a:rPr lang="ko-KR" altLang="en-US" dirty="0">
                <a:solidFill>
                  <a:schemeClr val="tx2"/>
                </a:solidFill>
                <a:latin typeface="+mj-lt"/>
              </a:rPr>
              <a:t>해서 사용할 수 있을 것 같습니다</a:t>
            </a:r>
            <a:r>
              <a:rPr lang="en-US" altLang="ko-KR" dirty="0">
                <a:solidFill>
                  <a:schemeClr val="tx2"/>
                </a:solidFill>
                <a:latin typeface="+mj-lt"/>
              </a:rPr>
              <a:t>.</a:t>
            </a:r>
            <a:endParaRPr lang="en-US" altLang="ko-KR" sz="1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6BC386-0F6C-C258-527E-906F5C7A3EC3}"/>
              </a:ext>
            </a:extLst>
          </p:cNvPr>
          <p:cNvSpPr/>
          <p:nvPr/>
        </p:nvSpPr>
        <p:spPr>
          <a:xfrm>
            <a:off x="3296816" y="3261083"/>
            <a:ext cx="2736304" cy="31193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EAA12-B3AB-A299-6C49-96C2B2CB89D3}"/>
              </a:ext>
            </a:extLst>
          </p:cNvPr>
          <p:cNvSpPr txBox="1"/>
          <p:nvPr/>
        </p:nvSpPr>
        <p:spPr>
          <a:xfrm>
            <a:off x="200472" y="93008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60 Male Diabetes Type 2 ECG dataset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FAFF4-D248-A8AF-901D-33035E669ABF}"/>
              </a:ext>
            </a:extLst>
          </p:cNvPr>
          <p:cNvSpPr txBox="1"/>
          <p:nvPr/>
        </p:nvSpPr>
        <p:spPr>
          <a:xfrm>
            <a:off x="526832" y="1484784"/>
            <a:ext cx="8530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+mj-lt"/>
              </a:rPr>
              <a:t>Candidate 4. </a:t>
            </a:r>
            <a:r>
              <a:rPr lang="en-US" altLang="ko-KR" sz="2000" b="0" dirty="0">
                <a:solidFill>
                  <a:srgbClr val="C00000"/>
                </a:solidFill>
                <a:effectLst/>
                <a:latin typeface="+mj-lt"/>
              </a:rPr>
              <a:t>Dataset on electrocardiograph, sleep and metabolic function of male type 2 diabetes mellitus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307921-BCD1-54DC-AEE8-37DC5EB3A191}"/>
              </a:ext>
            </a:extLst>
          </p:cNvPr>
          <p:cNvSpPr/>
          <p:nvPr/>
        </p:nvSpPr>
        <p:spPr>
          <a:xfrm>
            <a:off x="1496616" y="3732211"/>
            <a:ext cx="2376264" cy="31193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AEA85C-DBB6-9BF4-CC26-D785077FF6EC}"/>
              </a:ext>
            </a:extLst>
          </p:cNvPr>
          <p:cNvSpPr/>
          <p:nvPr/>
        </p:nvSpPr>
        <p:spPr>
          <a:xfrm>
            <a:off x="943512" y="4639019"/>
            <a:ext cx="7681896" cy="51817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7291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56428-24D5-5FF7-2579-116E6AAFA258}"/>
              </a:ext>
            </a:extLst>
          </p:cNvPr>
          <p:cNvSpPr txBox="1">
            <a:spLocks/>
          </p:cNvSpPr>
          <p:nvPr/>
        </p:nvSpPr>
        <p:spPr>
          <a:xfrm>
            <a:off x="381000" y="0"/>
            <a:ext cx="9144000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chemeClr val="bg1"/>
                </a:solidFill>
                <a:latin typeface="Times New Roman" pitchFamily="18" charset="0"/>
                <a:ea typeface="맑은 고딕" panose="020B0503020000020004" pitchFamily="50" charset="-127"/>
                <a:cs typeface="Times New Roman" pitchFamily="18" charset="0"/>
              </a:rPr>
              <a:t>Thank you for your attention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E3436-A184-4682-9A14-116FC2A5A86C}"/>
              </a:ext>
            </a:extLst>
          </p:cNvPr>
          <p:cNvSpPr txBox="1"/>
          <p:nvPr/>
        </p:nvSpPr>
        <p:spPr>
          <a:xfrm>
            <a:off x="1184686" y="2636912"/>
            <a:ext cx="753662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ko-KR" sz="1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9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9264e2-5f6a-49b9-ab93-c78cdf8210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6607A967326FF4FB78B7217086D26E9" ma:contentTypeVersion="12" ma:contentTypeDescription="새 문서를 만듭니다." ma:contentTypeScope="" ma:versionID="14f29f3a505009e2f1d1355c2b3ad81a">
  <xsd:schema xmlns:xsd="http://www.w3.org/2001/XMLSchema" xmlns:xs="http://www.w3.org/2001/XMLSchema" xmlns:p="http://schemas.microsoft.com/office/2006/metadata/properties" xmlns:ns3="df9264e2-5f6a-49b9-ab93-c78cdf82105d" targetNamespace="http://schemas.microsoft.com/office/2006/metadata/properties" ma:root="true" ma:fieldsID="19519e7ccb76a6392d7522dbe5cea98f" ns3:_="">
    <xsd:import namespace="df9264e2-5f6a-49b9-ab93-c78cdf8210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264e2-5f6a-49b9-ab93-c78cdf8210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E7D2D7-ABE8-4B53-9D4E-72996063C030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df9264e2-5f6a-49b9-ab93-c78cdf82105d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C81ED4-4AFE-4C51-BB45-580C30077A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9264e2-5f6a-49b9-ab93-c78cdf8210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C2D94D-FCE1-4092-9A74-7B32195C49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167646</TotalTime>
  <Words>3483</Words>
  <Application>Microsoft Office PowerPoint</Application>
  <PresentationFormat>A4 용지(210x297mm)</PresentationFormat>
  <Paragraphs>510</Paragraphs>
  <Slides>81</Slides>
  <Notes>80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7" baseType="lpstr">
      <vt:lpstr>맑은 고딕</vt:lpstr>
      <vt:lpstr>Arial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JaemsN</dc:creator>
  <cp:lastModifiedBy>서정호</cp:lastModifiedBy>
  <cp:revision>8185</cp:revision>
  <dcterms:created xsi:type="dcterms:W3CDTF">2014-02-04T15:18:33Z</dcterms:created>
  <dcterms:modified xsi:type="dcterms:W3CDTF">2025-02-06T08:15:03Z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0x01010066607A967326FF4FB78B7217086D26E9</vt:lpwstr>
  </property>
</Properties>
</file>